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4"/>
  </p:notesMasterIdLst>
  <p:sldIdLst>
    <p:sldId id="256" r:id="rId2"/>
    <p:sldId id="257" r:id="rId3"/>
    <p:sldId id="323" r:id="rId4"/>
    <p:sldId id="258" r:id="rId5"/>
    <p:sldId id="326" r:id="rId6"/>
    <p:sldId id="290" r:id="rId7"/>
    <p:sldId id="348" r:id="rId8"/>
    <p:sldId id="349" r:id="rId9"/>
    <p:sldId id="350" r:id="rId10"/>
    <p:sldId id="351" r:id="rId11"/>
    <p:sldId id="325" r:id="rId12"/>
    <p:sldId id="338" r:id="rId13"/>
    <p:sldId id="291" r:id="rId14"/>
    <p:sldId id="327" r:id="rId15"/>
    <p:sldId id="328" r:id="rId16"/>
    <p:sldId id="329" r:id="rId17"/>
    <p:sldId id="352" r:id="rId18"/>
    <p:sldId id="330" r:id="rId19"/>
    <p:sldId id="331" r:id="rId20"/>
    <p:sldId id="353" r:id="rId21"/>
    <p:sldId id="355" r:id="rId22"/>
    <p:sldId id="332" r:id="rId23"/>
    <p:sldId id="333" r:id="rId24"/>
    <p:sldId id="354" r:id="rId25"/>
    <p:sldId id="346" r:id="rId26"/>
    <p:sldId id="359" r:id="rId27"/>
    <p:sldId id="334" r:id="rId28"/>
    <p:sldId id="335" r:id="rId29"/>
    <p:sldId id="336" r:id="rId30"/>
    <p:sldId id="356" r:id="rId31"/>
    <p:sldId id="357" r:id="rId32"/>
    <p:sldId id="343" r:id="rId33"/>
    <p:sldId id="344" r:id="rId34"/>
    <p:sldId id="340" r:id="rId35"/>
    <p:sldId id="339" r:id="rId36"/>
    <p:sldId id="360" r:id="rId37"/>
    <p:sldId id="361" r:id="rId38"/>
    <p:sldId id="362" r:id="rId39"/>
    <p:sldId id="363" r:id="rId40"/>
    <p:sldId id="319" r:id="rId41"/>
    <p:sldId id="358" r:id="rId42"/>
    <p:sldId id="322" r:id="rId43"/>
  </p:sldIdLst>
  <p:sldSz cx="9144000" cy="5143500" type="screen16x9"/>
  <p:notesSz cx="6858000" cy="9144000"/>
  <p:embeddedFontLst>
    <p:embeddedFont>
      <p:font typeface="華康儷粗圓(P)" pitchFamily="34" charset="-120"/>
      <p:regular r:id="rId45"/>
    </p:embeddedFont>
    <p:embeddedFont>
      <p:font typeface="華康儷楷書(P)" pitchFamily="66" charset="-120"/>
      <p:regular r:id="rId46"/>
    </p:embeddedFont>
    <p:embeddedFont>
      <p:font typeface="華康華綜體W5(P)" pitchFamily="34" charset="-120"/>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205E"/>
    <a:srgbClr val="990099"/>
    <a:srgbClr val="FF00FF"/>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708" autoAdjust="0"/>
  </p:normalViewPr>
  <p:slideViewPr>
    <p:cSldViewPr snapToGrid="0">
      <p:cViewPr>
        <p:scale>
          <a:sx n="70" d="100"/>
          <a:sy n="70" d="100"/>
        </p:scale>
        <p:origin x="-1088" y="-328"/>
      </p:cViewPr>
      <p:guideLst>
        <p:guide orient="horz" pos="1630"/>
        <p:guide pos="288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C5B3F0-5D69-4CEA-BF0F-BA7526F7594A}" type="doc">
      <dgm:prSet loTypeId="urn:microsoft.com/office/officeart/2009/3/layout/HorizontalOrganizationChart" loCatId="hierarchy" qsTypeId="urn:microsoft.com/office/officeart/2005/8/quickstyle/simple1" qsCatId="simple" csTypeId="urn:microsoft.com/office/officeart/2005/8/colors/accent3_2" csCatId="accent3" phldr="1"/>
      <dgm:spPr/>
      <dgm:t>
        <a:bodyPr/>
        <a:lstStyle/>
        <a:p>
          <a:endParaRPr lang="zh-TW" altLang="en-US"/>
        </a:p>
      </dgm:t>
    </dgm:pt>
    <dgm:pt modelId="{9287AD75-1CE3-4F9B-8A11-27265D30AA07}">
      <dgm:prSet phldrT="[文字]"/>
      <dgm:spPr/>
      <dgm:t>
        <a:bodyPr/>
        <a:lstStyle/>
        <a:p>
          <a:r>
            <a:rPr lang="zh-TW" altLang="en-US" dirty="0" smtClean="0">
              <a:latin typeface="華康華綜體W5(P)" pitchFamily="34" charset="-120"/>
              <a:ea typeface="華康華綜體W5(P)" pitchFamily="34" charset="-120"/>
            </a:rPr>
            <a:t>番茄的全球永續之旅－番茄與</a:t>
          </a:r>
          <a:r>
            <a:rPr lang="en-US" altLang="en-US" dirty="0" err="1" smtClean="0">
              <a:latin typeface="華康華綜體W5(P)" pitchFamily="34" charset="-120"/>
              <a:ea typeface="華康華綜體W5(P)" pitchFamily="34" charset="-120"/>
            </a:rPr>
            <a:t>SDGs</a:t>
          </a:r>
          <a:endParaRPr lang="zh-TW" altLang="en-US" dirty="0">
            <a:latin typeface="華康華綜體W5(P)" pitchFamily="34" charset="-120"/>
            <a:ea typeface="華康華綜體W5(P)" pitchFamily="34" charset="-120"/>
          </a:endParaRPr>
        </a:p>
      </dgm:t>
    </dgm:pt>
    <dgm:pt modelId="{9DA16962-9FD2-47C3-A585-E96F559F2AF7}" type="parTrans" cxnId="{A9BC00AA-0E67-4BA5-80C0-B4C9D2D97F33}">
      <dgm:prSet/>
      <dgm:spPr/>
      <dgm:t>
        <a:bodyPr/>
        <a:lstStyle/>
        <a:p>
          <a:endParaRPr lang="zh-TW" altLang="en-US">
            <a:latin typeface="華康華綜體W5(P)" pitchFamily="34" charset="-120"/>
            <a:ea typeface="華康華綜體W5(P)" pitchFamily="34" charset="-120"/>
          </a:endParaRPr>
        </a:p>
      </dgm:t>
    </dgm:pt>
    <dgm:pt modelId="{69DF1EBE-38C3-4E54-9A8B-233914BDFAFE}" type="sibTrans" cxnId="{A9BC00AA-0E67-4BA5-80C0-B4C9D2D97F33}">
      <dgm:prSet/>
      <dgm:spPr/>
      <dgm:t>
        <a:bodyPr/>
        <a:lstStyle/>
        <a:p>
          <a:endParaRPr lang="zh-TW" altLang="en-US">
            <a:latin typeface="華康華綜體W5(P)" pitchFamily="34" charset="-120"/>
            <a:ea typeface="華康華綜體W5(P)" pitchFamily="34" charset="-120"/>
          </a:endParaRPr>
        </a:p>
      </dgm:t>
    </dgm:pt>
    <dgm:pt modelId="{CCD898E9-2B65-48BB-B131-89823A269799}">
      <dgm:prSet phldrT="[文字]"/>
      <dgm:spPr/>
      <dgm:t>
        <a:bodyPr/>
        <a:lstStyle/>
        <a:p>
          <a:r>
            <a:rPr lang="zh-TW" altLang="en-US" dirty="0" smtClean="0">
              <a:latin typeface="華康華綜體W5(P)" pitchFamily="34" charset="-120"/>
              <a:ea typeface="華康華綜體W5(P)" pitchFamily="34" charset="-120"/>
            </a:rPr>
            <a:t>番茄課程概論與導讀英語科</a:t>
          </a:r>
          <a:endParaRPr lang="zh-TW" altLang="en-US" dirty="0">
            <a:latin typeface="華康華綜體W5(P)" pitchFamily="34" charset="-120"/>
            <a:ea typeface="華康華綜體W5(P)" pitchFamily="34" charset="-120"/>
          </a:endParaRPr>
        </a:p>
      </dgm:t>
    </dgm:pt>
    <dgm:pt modelId="{AAC18799-666A-4C20-AB31-C4C3331056EF}" type="parTrans" cxnId="{64F6CCF8-DB07-4FAC-95B0-598685D58CB5}">
      <dgm:prSet/>
      <dgm:spPr/>
      <dgm:t>
        <a:bodyPr/>
        <a:lstStyle/>
        <a:p>
          <a:endParaRPr lang="zh-TW" altLang="en-US">
            <a:latin typeface="華康華綜體W5(P)" pitchFamily="34" charset="-120"/>
            <a:ea typeface="華康華綜體W5(P)" pitchFamily="34" charset="-120"/>
          </a:endParaRPr>
        </a:p>
      </dgm:t>
    </dgm:pt>
    <dgm:pt modelId="{7A163AE3-8109-446F-9332-F3913643A012}" type="sibTrans" cxnId="{64F6CCF8-DB07-4FAC-95B0-598685D58CB5}">
      <dgm:prSet/>
      <dgm:spPr/>
      <dgm:t>
        <a:bodyPr/>
        <a:lstStyle/>
        <a:p>
          <a:endParaRPr lang="zh-TW" altLang="en-US">
            <a:latin typeface="華康華綜體W5(P)" pitchFamily="34" charset="-120"/>
            <a:ea typeface="華康華綜體W5(P)" pitchFamily="34" charset="-120"/>
          </a:endParaRPr>
        </a:p>
      </dgm:t>
    </dgm:pt>
    <dgm:pt modelId="{BFEFB406-0D8A-483D-9C11-895E0DDC46F5}">
      <dgm:prSet phldrT="[文字]"/>
      <dgm:spPr/>
      <dgm:t>
        <a:bodyPr/>
        <a:lstStyle/>
        <a:p>
          <a:r>
            <a:rPr lang="zh-TW" altLang="en-US" dirty="0" smtClean="0">
              <a:latin typeface="華康華綜體W5(P)" pitchFamily="34" charset="-120"/>
              <a:ea typeface="華康華綜體W5(P)" pitchFamily="34" charset="-120"/>
            </a:rPr>
            <a:t>番茄與永續農業</a:t>
          </a:r>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地理科與校外參訪</a:t>
          </a:r>
          <a:endParaRPr lang="zh-TW" altLang="en-US" dirty="0">
            <a:latin typeface="華康華綜體W5(P)" pitchFamily="34" charset="-120"/>
            <a:ea typeface="華康華綜體W5(P)" pitchFamily="34" charset="-120"/>
          </a:endParaRPr>
        </a:p>
      </dgm:t>
    </dgm:pt>
    <dgm:pt modelId="{2B76A42E-0BA8-413E-B0F1-880D418D11DE}" type="parTrans" cxnId="{CB52315E-E247-4BD4-AF14-ADD9ADC9278C}">
      <dgm:prSet/>
      <dgm:spPr/>
      <dgm:t>
        <a:bodyPr/>
        <a:lstStyle/>
        <a:p>
          <a:endParaRPr lang="zh-TW" altLang="en-US">
            <a:latin typeface="華康華綜體W5(P)" pitchFamily="34" charset="-120"/>
            <a:ea typeface="華康華綜體W5(P)" pitchFamily="34" charset="-120"/>
          </a:endParaRPr>
        </a:p>
      </dgm:t>
    </dgm:pt>
    <dgm:pt modelId="{91C888BD-4FB1-403C-B8C4-25C8C94B469D}" type="sibTrans" cxnId="{CB52315E-E247-4BD4-AF14-ADD9ADC9278C}">
      <dgm:prSet/>
      <dgm:spPr/>
      <dgm:t>
        <a:bodyPr/>
        <a:lstStyle/>
        <a:p>
          <a:endParaRPr lang="zh-TW" altLang="en-US">
            <a:latin typeface="華康華綜體W5(P)" pitchFamily="34" charset="-120"/>
            <a:ea typeface="華康華綜體W5(P)" pitchFamily="34" charset="-120"/>
          </a:endParaRPr>
        </a:p>
      </dgm:t>
    </dgm:pt>
    <dgm:pt modelId="{C1449134-2DE2-4F68-9F55-BD2F44A7CD5F}">
      <dgm:prSet phldrT="[文字]"/>
      <dgm:spPr/>
      <dgm:t>
        <a:bodyPr/>
        <a:lstStyle/>
        <a:p>
          <a:r>
            <a:rPr lang="zh-TW" altLang="en-US" dirty="0" smtClean="0">
              <a:latin typeface="華康華綜體W5(P)" pitchFamily="34" charset="-120"/>
              <a:ea typeface="華康華綜體W5(P)" pitchFamily="34" charset="-120"/>
            </a:rPr>
            <a:t>番茄的全球史</a:t>
          </a:r>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歷史科</a:t>
          </a:r>
          <a:endParaRPr lang="zh-TW" altLang="en-US" dirty="0">
            <a:latin typeface="華康華綜體W5(P)" pitchFamily="34" charset="-120"/>
            <a:ea typeface="華康華綜體W5(P)" pitchFamily="34" charset="-120"/>
          </a:endParaRPr>
        </a:p>
      </dgm:t>
    </dgm:pt>
    <dgm:pt modelId="{38FFE312-BFF9-423E-8725-786AFEDC11B5}" type="parTrans" cxnId="{A5D076B8-A72A-4CC2-B3D6-1D647D911AC6}">
      <dgm:prSet/>
      <dgm:spPr/>
      <dgm:t>
        <a:bodyPr/>
        <a:lstStyle/>
        <a:p>
          <a:endParaRPr lang="zh-TW" altLang="en-US">
            <a:latin typeface="華康華綜體W5(P)" pitchFamily="34" charset="-120"/>
            <a:ea typeface="華康華綜體W5(P)" pitchFamily="34" charset="-120"/>
          </a:endParaRPr>
        </a:p>
      </dgm:t>
    </dgm:pt>
    <dgm:pt modelId="{3236A156-4FEC-4F68-96EE-ADF9791F6ABF}" type="sibTrans" cxnId="{A5D076B8-A72A-4CC2-B3D6-1D647D911AC6}">
      <dgm:prSet/>
      <dgm:spPr/>
      <dgm:t>
        <a:bodyPr/>
        <a:lstStyle/>
        <a:p>
          <a:endParaRPr lang="zh-TW" altLang="en-US">
            <a:latin typeface="華康華綜體W5(P)" pitchFamily="34" charset="-120"/>
            <a:ea typeface="華康華綜體W5(P)" pitchFamily="34" charset="-120"/>
          </a:endParaRPr>
        </a:p>
      </dgm:t>
    </dgm:pt>
    <dgm:pt modelId="{1253B07C-81C9-482B-A3E7-5CA91315507A}">
      <dgm:prSet/>
      <dgm:spPr/>
      <dgm:t>
        <a:bodyPr/>
        <a:lstStyle/>
        <a:p>
          <a:r>
            <a:rPr lang="zh-TW" altLang="en-US" dirty="0" smtClean="0">
              <a:latin typeface="華康華綜體W5(P)" pitchFamily="34" charset="-120"/>
              <a:ea typeface="華康華綜體W5(P)" pitchFamily="34" charset="-120"/>
            </a:rPr>
            <a:t>番茄語文學</a:t>
          </a:r>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國文科</a:t>
          </a:r>
          <a:endParaRPr lang="zh-TW" altLang="en-US" dirty="0">
            <a:latin typeface="華康華綜體W5(P)" pitchFamily="34" charset="-120"/>
            <a:ea typeface="華康華綜體W5(P)" pitchFamily="34" charset="-120"/>
          </a:endParaRPr>
        </a:p>
      </dgm:t>
    </dgm:pt>
    <dgm:pt modelId="{01856B5D-CEDD-49B8-B469-1E0CA66D1595}" type="parTrans" cxnId="{97786023-0BFD-4AC2-B35E-EE6D4E5479B1}">
      <dgm:prSet/>
      <dgm:spPr/>
      <dgm:t>
        <a:bodyPr/>
        <a:lstStyle/>
        <a:p>
          <a:endParaRPr lang="zh-TW" altLang="en-US">
            <a:latin typeface="華康華綜體W5(P)" pitchFamily="34" charset="-120"/>
            <a:ea typeface="華康華綜體W5(P)" pitchFamily="34" charset="-120"/>
          </a:endParaRPr>
        </a:p>
      </dgm:t>
    </dgm:pt>
    <dgm:pt modelId="{97086B44-926D-49B9-96B4-A9B00EA7E254}" type="sibTrans" cxnId="{97786023-0BFD-4AC2-B35E-EE6D4E5479B1}">
      <dgm:prSet/>
      <dgm:spPr/>
      <dgm:t>
        <a:bodyPr/>
        <a:lstStyle/>
        <a:p>
          <a:endParaRPr lang="zh-TW" altLang="en-US">
            <a:latin typeface="華康華綜體W5(P)" pitchFamily="34" charset="-120"/>
            <a:ea typeface="華康華綜體W5(P)" pitchFamily="34" charset="-120"/>
          </a:endParaRPr>
        </a:p>
      </dgm:t>
    </dgm:pt>
    <dgm:pt modelId="{C725E5CE-9DE2-4108-926B-8730583DD55E}">
      <dgm:prSet/>
      <dgm:spPr/>
      <dgm:t>
        <a:bodyPr/>
        <a:lstStyle/>
        <a:p>
          <a:r>
            <a:rPr lang="zh-TW" altLang="en-US" dirty="0" smtClean="0">
              <a:latin typeface="華康華綜體W5(P)" pitchFamily="34" charset="-120"/>
              <a:ea typeface="華康華綜體W5(P)" pitchFamily="34" charset="-120"/>
            </a:rPr>
            <a:t>番茄與科學</a:t>
          </a:r>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化學科</a:t>
          </a:r>
          <a:endParaRPr lang="zh-TW" altLang="en-US" dirty="0">
            <a:latin typeface="華康華綜體W5(P)" pitchFamily="34" charset="-120"/>
            <a:ea typeface="華康華綜體W5(P)" pitchFamily="34" charset="-120"/>
          </a:endParaRPr>
        </a:p>
      </dgm:t>
    </dgm:pt>
    <dgm:pt modelId="{704BE137-7343-4597-A0F6-BDF326F6087C}" type="parTrans" cxnId="{FBFBD8FC-E17A-473A-BFD8-E6966473AE5C}">
      <dgm:prSet/>
      <dgm:spPr/>
      <dgm:t>
        <a:bodyPr/>
        <a:lstStyle/>
        <a:p>
          <a:endParaRPr lang="zh-TW" altLang="en-US"/>
        </a:p>
      </dgm:t>
    </dgm:pt>
    <dgm:pt modelId="{73061944-E0A9-4C39-B241-308E27C63E05}" type="sibTrans" cxnId="{FBFBD8FC-E17A-473A-BFD8-E6966473AE5C}">
      <dgm:prSet/>
      <dgm:spPr/>
      <dgm:t>
        <a:bodyPr/>
        <a:lstStyle/>
        <a:p>
          <a:endParaRPr lang="zh-TW" altLang="en-US"/>
        </a:p>
      </dgm:t>
    </dgm:pt>
    <dgm:pt modelId="{B175FEB4-A721-4AFF-A81F-3B8FEF234C04}">
      <dgm:prSet/>
      <dgm:spPr/>
      <dgm:t>
        <a:bodyPr/>
        <a:lstStyle/>
        <a:p>
          <a:r>
            <a:rPr lang="zh-TW" altLang="en-US" dirty="0" smtClean="0">
              <a:latin typeface="華康華綜體W5(P)" pitchFamily="34" charset="-120"/>
              <a:ea typeface="華康華綜體W5(P)" pitchFamily="34" charset="-120"/>
            </a:rPr>
            <a:t>番茄料理</a:t>
          </a:r>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公民科</a:t>
          </a:r>
          <a:endParaRPr lang="zh-TW" altLang="en-US" dirty="0">
            <a:latin typeface="華康華綜體W5(P)" pitchFamily="34" charset="-120"/>
            <a:ea typeface="華康華綜體W5(P)" pitchFamily="34" charset="-120"/>
          </a:endParaRPr>
        </a:p>
      </dgm:t>
    </dgm:pt>
    <dgm:pt modelId="{BA7205E5-96E9-482E-AC45-8D14F3D62AE8}" type="parTrans" cxnId="{D43941BD-BDAB-4C2C-8DCD-254AF19B896B}">
      <dgm:prSet/>
      <dgm:spPr/>
      <dgm:t>
        <a:bodyPr/>
        <a:lstStyle/>
        <a:p>
          <a:endParaRPr lang="zh-TW" altLang="en-US"/>
        </a:p>
      </dgm:t>
    </dgm:pt>
    <dgm:pt modelId="{56B112F0-57EB-4AE4-B28A-7E916CED2101}" type="sibTrans" cxnId="{D43941BD-BDAB-4C2C-8DCD-254AF19B896B}">
      <dgm:prSet/>
      <dgm:spPr/>
      <dgm:t>
        <a:bodyPr/>
        <a:lstStyle/>
        <a:p>
          <a:endParaRPr lang="zh-TW" altLang="en-US"/>
        </a:p>
      </dgm:t>
    </dgm:pt>
    <dgm:pt modelId="{AF09A027-A6B7-44D6-A204-22F4767631EC}" type="pres">
      <dgm:prSet presAssocID="{5BC5B3F0-5D69-4CEA-BF0F-BA7526F7594A}" presName="hierChild1" presStyleCnt="0">
        <dgm:presLayoutVars>
          <dgm:orgChart val="1"/>
          <dgm:chPref val="1"/>
          <dgm:dir/>
          <dgm:animOne val="branch"/>
          <dgm:animLvl val="lvl"/>
          <dgm:resizeHandles/>
        </dgm:presLayoutVars>
      </dgm:prSet>
      <dgm:spPr/>
      <dgm:t>
        <a:bodyPr/>
        <a:lstStyle/>
        <a:p>
          <a:endParaRPr lang="zh-TW" altLang="en-US"/>
        </a:p>
      </dgm:t>
    </dgm:pt>
    <dgm:pt modelId="{C0F8608D-0D46-4F94-980D-B8F9D267AC38}" type="pres">
      <dgm:prSet presAssocID="{9287AD75-1CE3-4F9B-8A11-27265D30AA07}" presName="hierRoot1" presStyleCnt="0">
        <dgm:presLayoutVars>
          <dgm:hierBranch val="init"/>
        </dgm:presLayoutVars>
      </dgm:prSet>
      <dgm:spPr/>
    </dgm:pt>
    <dgm:pt modelId="{5617425C-D8C5-4C3D-9D07-BC97555ED5FB}" type="pres">
      <dgm:prSet presAssocID="{9287AD75-1CE3-4F9B-8A11-27265D30AA07}" presName="rootComposite1" presStyleCnt="0"/>
      <dgm:spPr/>
    </dgm:pt>
    <dgm:pt modelId="{8D734AE7-844C-443F-9E6E-451899D05D6F}" type="pres">
      <dgm:prSet presAssocID="{9287AD75-1CE3-4F9B-8A11-27265D30AA07}" presName="rootText1" presStyleLbl="node0" presStyleIdx="0" presStyleCnt="1">
        <dgm:presLayoutVars>
          <dgm:chPref val="3"/>
        </dgm:presLayoutVars>
      </dgm:prSet>
      <dgm:spPr/>
      <dgm:t>
        <a:bodyPr/>
        <a:lstStyle/>
        <a:p>
          <a:endParaRPr lang="zh-TW" altLang="en-US"/>
        </a:p>
      </dgm:t>
    </dgm:pt>
    <dgm:pt modelId="{772C9A09-C542-457E-A139-A530EFFF42BB}" type="pres">
      <dgm:prSet presAssocID="{9287AD75-1CE3-4F9B-8A11-27265D30AA07}" presName="rootConnector1" presStyleLbl="node1" presStyleIdx="0" presStyleCnt="0"/>
      <dgm:spPr/>
      <dgm:t>
        <a:bodyPr/>
        <a:lstStyle/>
        <a:p>
          <a:endParaRPr lang="zh-TW" altLang="en-US"/>
        </a:p>
      </dgm:t>
    </dgm:pt>
    <dgm:pt modelId="{61943001-3DAF-418B-95B7-5107568AF47F}" type="pres">
      <dgm:prSet presAssocID="{9287AD75-1CE3-4F9B-8A11-27265D30AA07}" presName="hierChild2" presStyleCnt="0"/>
      <dgm:spPr/>
    </dgm:pt>
    <dgm:pt modelId="{2742BB53-EA6C-42A7-AB0A-4C67544156A4}" type="pres">
      <dgm:prSet presAssocID="{AAC18799-666A-4C20-AB31-C4C3331056EF}" presName="Name64" presStyleLbl="parChTrans1D2" presStyleIdx="0" presStyleCnt="6"/>
      <dgm:spPr/>
      <dgm:t>
        <a:bodyPr/>
        <a:lstStyle/>
        <a:p>
          <a:endParaRPr lang="zh-TW" altLang="en-US"/>
        </a:p>
      </dgm:t>
    </dgm:pt>
    <dgm:pt modelId="{D0BA85AC-91AE-4A00-9715-6BD8D79D5DF8}" type="pres">
      <dgm:prSet presAssocID="{CCD898E9-2B65-48BB-B131-89823A269799}" presName="hierRoot2" presStyleCnt="0">
        <dgm:presLayoutVars>
          <dgm:hierBranch val="init"/>
        </dgm:presLayoutVars>
      </dgm:prSet>
      <dgm:spPr/>
    </dgm:pt>
    <dgm:pt modelId="{8A38F0FC-1F9E-4AE4-BAC8-3E039D9F0A7D}" type="pres">
      <dgm:prSet presAssocID="{CCD898E9-2B65-48BB-B131-89823A269799}" presName="rootComposite" presStyleCnt="0"/>
      <dgm:spPr/>
    </dgm:pt>
    <dgm:pt modelId="{916C932A-D764-45D2-81A0-7EECA5BB44B2}" type="pres">
      <dgm:prSet presAssocID="{CCD898E9-2B65-48BB-B131-89823A269799}" presName="rootText" presStyleLbl="node2" presStyleIdx="0" presStyleCnt="6">
        <dgm:presLayoutVars>
          <dgm:chPref val="3"/>
        </dgm:presLayoutVars>
      </dgm:prSet>
      <dgm:spPr/>
      <dgm:t>
        <a:bodyPr/>
        <a:lstStyle/>
        <a:p>
          <a:endParaRPr lang="zh-TW" altLang="en-US"/>
        </a:p>
      </dgm:t>
    </dgm:pt>
    <dgm:pt modelId="{49E00F5F-11CB-473E-A3A9-97FFD9191E2B}" type="pres">
      <dgm:prSet presAssocID="{CCD898E9-2B65-48BB-B131-89823A269799}" presName="rootConnector" presStyleLbl="node2" presStyleIdx="0" presStyleCnt="6"/>
      <dgm:spPr/>
      <dgm:t>
        <a:bodyPr/>
        <a:lstStyle/>
        <a:p>
          <a:endParaRPr lang="zh-TW" altLang="en-US"/>
        </a:p>
      </dgm:t>
    </dgm:pt>
    <dgm:pt modelId="{9F57C0AF-9F85-4E1F-A30E-08A45846F6AF}" type="pres">
      <dgm:prSet presAssocID="{CCD898E9-2B65-48BB-B131-89823A269799}" presName="hierChild4" presStyleCnt="0"/>
      <dgm:spPr/>
    </dgm:pt>
    <dgm:pt modelId="{87CF4655-E256-4D02-9032-934ADDAD3952}" type="pres">
      <dgm:prSet presAssocID="{CCD898E9-2B65-48BB-B131-89823A269799}" presName="hierChild5" presStyleCnt="0"/>
      <dgm:spPr/>
    </dgm:pt>
    <dgm:pt modelId="{D9BFA8BC-2E13-4FC9-AF51-A69040B787D7}" type="pres">
      <dgm:prSet presAssocID="{2B76A42E-0BA8-413E-B0F1-880D418D11DE}" presName="Name64" presStyleLbl="parChTrans1D2" presStyleIdx="1" presStyleCnt="6"/>
      <dgm:spPr/>
      <dgm:t>
        <a:bodyPr/>
        <a:lstStyle/>
        <a:p>
          <a:endParaRPr lang="zh-TW" altLang="en-US"/>
        </a:p>
      </dgm:t>
    </dgm:pt>
    <dgm:pt modelId="{E03AAA0E-2F34-4BAC-B1E9-3F3B408C3BD2}" type="pres">
      <dgm:prSet presAssocID="{BFEFB406-0D8A-483D-9C11-895E0DDC46F5}" presName="hierRoot2" presStyleCnt="0">
        <dgm:presLayoutVars>
          <dgm:hierBranch val="init"/>
        </dgm:presLayoutVars>
      </dgm:prSet>
      <dgm:spPr/>
    </dgm:pt>
    <dgm:pt modelId="{3B66875A-7293-4527-A372-2566EA872B00}" type="pres">
      <dgm:prSet presAssocID="{BFEFB406-0D8A-483D-9C11-895E0DDC46F5}" presName="rootComposite" presStyleCnt="0"/>
      <dgm:spPr/>
    </dgm:pt>
    <dgm:pt modelId="{FA26E3C7-BE96-45CA-8F82-06862021284D}" type="pres">
      <dgm:prSet presAssocID="{BFEFB406-0D8A-483D-9C11-895E0DDC46F5}" presName="rootText" presStyleLbl="node2" presStyleIdx="1" presStyleCnt="6">
        <dgm:presLayoutVars>
          <dgm:chPref val="3"/>
        </dgm:presLayoutVars>
      </dgm:prSet>
      <dgm:spPr/>
      <dgm:t>
        <a:bodyPr/>
        <a:lstStyle/>
        <a:p>
          <a:endParaRPr lang="zh-TW" altLang="en-US"/>
        </a:p>
      </dgm:t>
    </dgm:pt>
    <dgm:pt modelId="{42A2FEC1-6B11-499D-98FA-93E54EB17C1E}" type="pres">
      <dgm:prSet presAssocID="{BFEFB406-0D8A-483D-9C11-895E0DDC46F5}" presName="rootConnector" presStyleLbl="node2" presStyleIdx="1" presStyleCnt="6"/>
      <dgm:spPr/>
      <dgm:t>
        <a:bodyPr/>
        <a:lstStyle/>
        <a:p>
          <a:endParaRPr lang="zh-TW" altLang="en-US"/>
        </a:p>
      </dgm:t>
    </dgm:pt>
    <dgm:pt modelId="{3CFC5F85-7066-44E4-AE17-A7BE27095760}" type="pres">
      <dgm:prSet presAssocID="{BFEFB406-0D8A-483D-9C11-895E0DDC46F5}" presName="hierChild4" presStyleCnt="0"/>
      <dgm:spPr/>
    </dgm:pt>
    <dgm:pt modelId="{9228F961-30ED-465E-A91E-68B72217790C}" type="pres">
      <dgm:prSet presAssocID="{BFEFB406-0D8A-483D-9C11-895E0DDC46F5}" presName="hierChild5" presStyleCnt="0"/>
      <dgm:spPr/>
    </dgm:pt>
    <dgm:pt modelId="{2F06FBCC-FFA7-497B-AB92-B3A3B33CE8E4}" type="pres">
      <dgm:prSet presAssocID="{38FFE312-BFF9-423E-8725-786AFEDC11B5}" presName="Name64" presStyleLbl="parChTrans1D2" presStyleIdx="2" presStyleCnt="6"/>
      <dgm:spPr/>
      <dgm:t>
        <a:bodyPr/>
        <a:lstStyle/>
        <a:p>
          <a:endParaRPr lang="zh-TW" altLang="en-US"/>
        </a:p>
      </dgm:t>
    </dgm:pt>
    <dgm:pt modelId="{992AA22F-A8A2-4A49-811B-64CA73341E23}" type="pres">
      <dgm:prSet presAssocID="{C1449134-2DE2-4F68-9F55-BD2F44A7CD5F}" presName="hierRoot2" presStyleCnt="0">
        <dgm:presLayoutVars>
          <dgm:hierBranch val="init"/>
        </dgm:presLayoutVars>
      </dgm:prSet>
      <dgm:spPr/>
    </dgm:pt>
    <dgm:pt modelId="{FC0BEBD1-AFCD-48CD-B12C-7F959B5A303F}" type="pres">
      <dgm:prSet presAssocID="{C1449134-2DE2-4F68-9F55-BD2F44A7CD5F}" presName="rootComposite" presStyleCnt="0"/>
      <dgm:spPr/>
    </dgm:pt>
    <dgm:pt modelId="{736975D7-1F57-4354-9342-1673D8BAEC81}" type="pres">
      <dgm:prSet presAssocID="{C1449134-2DE2-4F68-9F55-BD2F44A7CD5F}" presName="rootText" presStyleLbl="node2" presStyleIdx="2" presStyleCnt="6">
        <dgm:presLayoutVars>
          <dgm:chPref val="3"/>
        </dgm:presLayoutVars>
      </dgm:prSet>
      <dgm:spPr/>
      <dgm:t>
        <a:bodyPr/>
        <a:lstStyle/>
        <a:p>
          <a:endParaRPr lang="zh-TW" altLang="en-US"/>
        </a:p>
      </dgm:t>
    </dgm:pt>
    <dgm:pt modelId="{CB3A8330-DD12-403C-85D6-EBB574A6B039}" type="pres">
      <dgm:prSet presAssocID="{C1449134-2DE2-4F68-9F55-BD2F44A7CD5F}" presName="rootConnector" presStyleLbl="node2" presStyleIdx="2" presStyleCnt="6"/>
      <dgm:spPr/>
      <dgm:t>
        <a:bodyPr/>
        <a:lstStyle/>
        <a:p>
          <a:endParaRPr lang="zh-TW" altLang="en-US"/>
        </a:p>
      </dgm:t>
    </dgm:pt>
    <dgm:pt modelId="{2B57A991-89D5-4833-8359-66E9F469775C}" type="pres">
      <dgm:prSet presAssocID="{C1449134-2DE2-4F68-9F55-BD2F44A7CD5F}" presName="hierChild4" presStyleCnt="0"/>
      <dgm:spPr/>
    </dgm:pt>
    <dgm:pt modelId="{1838E6B3-4B3A-4D36-82AD-F9366766F535}" type="pres">
      <dgm:prSet presAssocID="{C1449134-2DE2-4F68-9F55-BD2F44A7CD5F}" presName="hierChild5" presStyleCnt="0"/>
      <dgm:spPr/>
    </dgm:pt>
    <dgm:pt modelId="{0A984F71-8CDC-4F5C-BFE7-260B1F95FD87}" type="pres">
      <dgm:prSet presAssocID="{01856B5D-CEDD-49B8-B469-1E0CA66D1595}" presName="Name64" presStyleLbl="parChTrans1D2" presStyleIdx="3" presStyleCnt="6"/>
      <dgm:spPr/>
      <dgm:t>
        <a:bodyPr/>
        <a:lstStyle/>
        <a:p>
          <a:endParaRPr lang="zh-TW" altLang="en-US"/>
        </a:p>
      </dgm:t>
    </dgm:pt>
    <dgm:pt modelId="{E245DD81-DF8B-441B-912A-2C75A05A1FA6}" type="pres">
      <dgm:prSet presAssocID="{1253B07C-81C9-482B-A3E7-5CA91315507A}" presName="hierRoot2" presStyleCnt="0">
        <dgm:presLayoutVars>
          <dgm:hierBranch val="init"/>
        </dgm:presLayoutVars>
      </dgm:prSet>
      <dgm:spPr/>
    </dgm:pt>
    <dgm:pt modelId="{4F1C2D45-A2B0-4F6F-BDBE-4232C1ACC3D6}" type="pres">
      <dgm:prSet presAssocID="{1253B07C-81C9-482B-A3E7-5CA91315507A}" presName="rootComposite" presStyleCnt="0"/>
      <dgm:spPr/>
    </dgm:pt>
    <dgm:pt modelId="{3BC11EC4-71EA-4E65-91F5-3F083EAE532E}" type="pres">
      <dgm:prSet presAssocID="{1253B07C-81C9-482B-A3E7-5CA91315507A}" presName="rootText" presStyleLbl="node2" presStyleIdx="3" presStyleCnt="6">
        <dgm:presLayoutVars>
          <dgm:chPref val="3"/>
        </dgm:presLayoutVars>
      </dgm:prSet>
      <dgm:spPr/>
      <dgm:t>
        <a:bodyPr/>
        <a:lstStyle/>
        <a:p>
          <a:endParaRPr lang="zh-TW" altLang="en-US"/>
        </a:p>
      </dgm:t>
    </dgm:pt>
    <dgm:pt modelId="{829D22C5-3630-40F3-BCD6-F901E3D348FF}" type="pres">
      <dgm:prSet presAssocID="{1253B07C-81C9-482B-A3E7-5CA91315507A}" presName="rootConnector" presStyleLbl="node2" presStyleIdx="3" presStyleCnt="6"/>
      <dgm:spPr/>
      <dgm:t>
        <a:bodyPr/>
        <a:lstStyle/>
        <a:p>
          <a:endParaRPr lang="zh-TW" altLang="en-US"/>
        </a:p>
      </dgm:t>
    </dgm:pt>
    <dgm:pt modelId="{6F730C11-5DF1-4E16-83E8-49DA8867B89E}" type="pres">
      <dgm:prSet presAssocID="{1253B07C-81C9-482B-A3E7-5CA91315507A}" presName="hierChild4" presStyleCnt="0"/>
      <dgm:spPr/>
    </dgm:pt>
    <dgm:pt modelId="{14E9E7EE-4DFC-43FC-A4C5-414930F42A01}" type="pres">
      <dgm:prSet presAssocID="{1253B07C-81C9-482B-A3E7-5CA91315507A}" presName="hierChild5" presStyleCnt="0"/>
      <dgm:spPr/>
    </dgm:pt>
    <dgm:pt modelId="{1ACA75D3-C49F-4999-9015-0DAD204CECD6}" type="pres">
      <dgm:prSet presAssocID="{704BE137-7343-4597-A0F6-BDF326F6087C}" presName="Name64" presStyleLbl="parChTrans1D2" presStyleIdx="4" presStyleCnt="6"/>
      <dgm:spPr/>
      <dgm:t>
        <a:bodyPr/>
        <a:lstStyle/>
        <a:p>
          <a:endParaRPr lang="zh-TW" altLang="en-US"/>
        </a:p>
      </dgm:t>
    </dgm:pt>
    <dgm:pt modelId="{5BF515E2-51C8-4C2D-9819-41120B7920D4}" type="pres">
      <dgm:prSet presAssocID="{C725E5CE-9DE2-4108-926B-8730583DD55E}" presName="hierRoot2" presStyleCnt="0">
        <dgm:presLayoutVars>
          <dgm:hierBranch val="init"/>
        </dgm:presLayoutVars>
      </dgm:prSet>
      <dgm:spPr/>
    </dgm:pt>
    <dgm:pt modelId="{094CE48C-25E0-4FB9-AE3B-8CD60AB49B5A}" type="pres">
      <dgm:prSet presAssocID="{C725E5CE-9DE2-4108-926B-8730583DD55E}" presName="rootComposite" presStyleCnt="0"/>
      <dgm:spPr/>
    </dgm:pt>
    <dgm:pt modelId="{E04A969D-9FEA-4B4A-898E-5133C0412434}" type="pres">
      <dgm:prSet presAssocID="{C725E5CE-9DE2-4108-926B-8730583DD55E}" presName="rootText" presStyleLbl="node2" presStyleIdx="4" presStyleCnt="6">
        <dgm:presLayoutVars>
          <dgm:chPref val="3"/>
        </dgm:presLayoutVars>
      </dgm:prSet>
      <dgm:spPr/>
      <dgm:t>
        <a:bodyPr/>
        <a:lstStyle/>
        <a:p>
          <a:endParaRPr lang="zh-TW" altLang="en-US"/>
        </a:p>
      </dgm:t>
    </dgm:pt>
    <dgm:pt modelId="{467A8CA8-7828-4DCE-AC4E-C64E54F2535D}" type="pres">
      <dgm:prSet presAssocID="{C725E5CE-9DE2-4108-926B-8730583DD55E}" presName="rootConnector" presStyleLbl="node2" presStyleIdx="4" presStyleCnt="6"/>
      <dgm:spPr/>
      <dgm:t>
        <a:bodyPr/>
        <a:lstStyle/>
        <a:p>
          <a:endParaRPr lang="zh-TW" altLang="en-US"/>
        </a:p>
      </dgm:t>
    </dgm:pt>
    <dgm:pt modelId="{B771DC07-9919-49F2-B15F-4F1733A34DE6}" type="pres">
      <dgm:prSet presAssocID="{C725E5CE-9DE2-4108-926B-8730583DD55E}" presName="hierChild4" presStyleCnt="0"/>
      <dgm:spPr/>
    </dgm:pt>
    <dgm:pt modelId="{6FE29D5C-DA65-4C75-8AFB-2A15BB47528B}" type="pres">
      <dgm:prSet presAssocID="{C725E5CE-9DE2-4108-926B-8730583DD55E}" presName="hierChild5" presStyleCnt="0"/>
      <dgm:spPr/>
    </dgm:pt>
    <dgm:pt modelId="{80279728-AA90-4330-B809-D9217B55E3B7}" type="pres">
      <dgm:prSet presAssocID="{BA7205E5-96E9-482E-AC45-8D14F3D62AE8}" presName="Name64" presStyleLbl="parChTrans1D2" presStyleIdx="5" presStyleCnt="6"/>
      <dgm:spPr/>
      <dgm:t>
        <a:bodyPr/>
        <a:lstStyle/>
        <a:p>
          <a:endParaRPr lang="zh-TW" altLang="en-US"/>
        </a:p>
      </dgm:t>
    </dgm:pt>
    <dgm:pt modelId="{E3A5FB89-21C6-4C49-AB8A-82BA6564EC68}" type="pres">
      <dgm:prSet presAssocID="{B175FEB4-A721-4AFF-A81F-3B8FEF234C04}" presName="hierRoot2" presStyleCnt="0">
        <dgm:presLayoutVars>
          <dgm:hierBranch val="init"/>
        </dgm:presLayoutVars>
      </dgm:prSet>
      <dgm:spPr/>
    </dgm:pt>
    <dgm:pt modelId="{B8622B04-0C51-4147-BB2A-FE5ABA1614E2}" type="pres">
      <dgm:prSet presAssocID="{B175FEB4-A721-4AFF-A81F-3B8FEF234C04}" presName="rootComposite" presStyleCnt="0"/>
      <dgm:spPr/>
    </dgm:pt>
    <dgm:pt modelId="{345AC127-EDED-4961-B687-01049C2FDE3E}" type="pres">
      <dgm:prSet presAssocID="{B175FEB4-A721-4AFF-A81F-3B8FEF234C04}" presName="rootText" presStyleLbl="node2" presStyleIdx="5" presStyleCnt="6">
        <dgm:presLayoutVars>
          <dgm:chPref val="3"/>
        </dgm:presLayoutVars>
      </dgm:prSet>
      <dgm:spPr/>
      <dgm:t>
        <a:bodyPr/>
        <a:lstStyle/>
        <a:p>
          <a:endParaRPr lang="zh-TW" altLang="en-US"/>
        </a:p>
      </dgm:t>
    </dgm:pt>
    <dgm:pt modelId="{15D7D45C-327D-4F1C-BCF3-FF5EEBF6FA2B}" type="pres">
      <dgm:prSet presAssocID="{B175FEB4-A721-4AFF-A81F-3B8FEF234C04}" presName="rootConnector" presStyleLbl="node2" presStyleIdx="5" presStyleCnt="6"/>
      <dgm:spPr/>
      <dgm:t>
        <a:bodyPr/>
        <a:lstStyle/>
        <a:p>
          <a:endParaRPr lang="zh-TW" altLang="en-US"/>
        </a:p>
      </dgm:t>
    </dgm:pt>
    <dgm:pt modelId="{135F22DC-6331-47A2-9C2F-CEDDD663FF03}" type="pres">
      <dgm:prSet presAssocID="{B175FEB4-A721-4AFF-A81F-3B8FEF234C04}" presName="hierChild4" presStyleCnt="0"/>
      <dgm:spPr/>
    </dgm:pt>
    <dgm:pt modelId="{4777091C-4B4F-4563-8C70-F9287C06AB4F}" type="pres">
      <dgm:prSet presAssocID="{B175FEB4-A721-4AFF-A81F-3B8FEF234C04}" presName="hierChild5" presStyleCnt="0"/>
      <dgm:spPr/>
    </dgm:pt>
    <dgm:pt modelId="{F693BD4D-0288-49CB-9606-65C95C9F5E37}" type="pres">
      <dgm:prSet presAssocID="{9287AD75-1CE3-4F9B-8A11-27265D30AA07}" presName="hierChild3" presStyleCnt="0"/>
      <dgm:spPr/>
    </dgm:pt>
  </dgm:ptLst>
  <dgm:cxnLst>
    <dgm:cxn modelId="{8C17FD6C-4E5A-438E-8F39-F4CF549737AA}" type="presOf" srcId="{1253B07C-81C9-482B-A3E7-5CA91315507A}" destId="{829D22C5-3630-40F3-BCD6-F901E3D348FF}" srcOrd="1" destOrd="0" presId="urn:microsoft.com/office/officeart/2009/3/layout/HorizontalOrganizationChart"/>
    <dgm:cxn modelId="{64F6CCF8-DB07-4FAC-95B0-598685D58CB5}" srcId="{9287AD75-1CE3-4F9B-8A11-27265D30AA07}" destId="{CCD898E9-2B65-48BB-B131-89823A269799}" srcOrd="0" destOrd="0" parTransId="{AAC18799-666A-4C20-AB31-C4C3331056EF}" sibTransId="{7A163AE3-8109-446F-9332-F3913643A012}"/>
    <dgm:cxn modelId="{C9CF7562-AD9F-467F-995E-60C6579409DD}" type="presOf" srcId="{BA7205E5-96E9-482E-AC45-8D14F3D62AE8}" destId="{80279728-AA90-4330-B809-D9217B55E3B7}" srcOrd="0" destOrd="0" presId="urn:microsoft.com/office/officeart/2009/3/layout/HorizontalOrganizationChart"/>
    <dgm:cxn modelId="{1730969D-22BF-499E-BE2D-914D3937C002}" type="presOf" srcId="{C725E5CE-9DE2-4108-926B-8730583DD55E}" destId="{E04A969D-9FEA-4B4A-898E-5133C0412434}" srcOrd="0" destOrd="0" presId="urn:microsoft.com/office/officeart/2009/3/layout/HorizontalOrganizationChart"/>
    <dgm:cxn modelId="{271D57C9-B079-464F-9478-6998A53ADDF3}" type="presOf" srcId="{2B76A42E-0BA8-413E-B0F1-880D418D11DE}" destId="{D9BFA8BC-2E13-4FC9-AF51-A69040B787D7}" srcOrd="0" destOrd="0" presId="urn:microsoft.com/office/officeart/2009/3/layout/HorizontalOrganizationChart"/>
    <dgm:cxn modelId="{D43941BD-BDAB-4C2C-8DCD-254AF19B896B}" srcId="{9287AD75-1CE3-4F9B-8A11-27265D30AA07}" destId="{B175FEB4-A721-4AFF-A81F-3B8FEF234C04}" srcOrd="5" destOrd="0" parTransId="{BA7205E5-96E9-482E-AC45-8D14F3D62AE8}" sibTransId="{56B112F0-57EB-4AE4-B28A-7E916CED2101}"/>
    <dgm:cxn modelId="{1DE0CBB8-C708-4587-90C2-F604F50C27ED}" type="presOf" srcId="{C725E5CE-9DE2-4108-926B-8730583DD55E}" destId="{467A8CA8-7828-4DCE-AC4E-C64E54F2535D}" srcOrd="1" destOrd="0" presId="urn:microsoft.com/office/officeart/2009/3/layout/HorizontalOrganizationChart"/>
    <dgm:cxn modelId="{E09A4FEF-34F2-4CDB-80C7-528915DB8C3C}" type="presOf" srcId="{CCD898E9-2B65-48BB-B131-89823A269799}" destId="{916C932A-D764-45D2-81A0-7EECA5BB44B2}" srcOrd="0" destOrd="0" presId="urn:microsoft.com/office/officeart/2009/3/layout/HorizontalOrganizationChart"/>
    <dgm:cxn modelId="{30D8A0B5-34F4-41A7-96D1-A190E146E463}" type="presOf" srcId="{01856B5D-CEDD-49B8-B469-1E0CA66D1595}" destId="{0A984F71-8CDC-4F5C-BFE7-260B1F95FD87}" srcOrd="0" destOrd="0" presId="urn:microsoft.com/office/officeart/2009/3/layout/HorizontalOrganizationChart"/>
    <dgm:cxn modelId="{FBFBD8FC-E17A-473A-BFD8-E6966473AE5C}" srcId="{9287AD75-1CE3-4F9B-8A11-27265D30AA07}" destId="{C725E5CE-9DE2-4108-926B-8730583DD55E}" srcOrd="4" destOrd="0" parTransId="{704BE137-7343-4597-A0F6-BDF326F6087C}" sibTransId="{73061944-E0A9-4C39-B241-308E27C63E05}"/>
    <dgm:cxn modelId="{B97B801E-5C73-4A43-8714-E29600FB4B89}" type="presOf" srcId="{B175FEB4-A721-4AFF-A81F-3B8FEF234C04}" destId="{15D7D45C-327D-4F1C-BCF3-FF5EEBF6FA2B}" srcOrd="1" destOrd="0" presId="urn:microsoft.com/office/officeart/2009/3/layout/HorizontalOrganizationChart"/>
    <dgm:cxn modelId="{83703084-983F-473B-B908-951531447EAD}" type="presOf" srcId="{9287AD75-1CE3-4F9B-8A11-27265D30AA07}" destId="{8D734AE7-844C-443F-9E6E-451899D05D6F}" srcOrd="0" destOrd="0" presId="urn:microsoft.com/office/officeart/2009/3/layout/HorizontalOrganizationChart"/>
    <dgm:cxn modelId="{071949B9-507B-4189-8D9F-D7C820A47FCA}" type="presOf" srcId="{BFEFB406-0D8A-483D-9C11-895E0DDC46F5}" destId="{FA26E3C7-BE96-45CA-8F82-06862021284D}" srcOrd="0" destOrd="0" presId="urn:microsoft.com/office/officeart/2009/3/layout/HorizontalOrganizationChart"/>
    <dgm:cxn modelId="{97786023-0BFD-4AC2-B35E-EE6D4E5479B1}" srcId="{9287AD75-1CE3-4F9B-8A11-27265D30AA07}" destId="{1253B07C-81C9-482B-A3E7-5CA91315507A}" srcOrd="3" destOrd="0" parTransId="{01856B5D-CEDD-49B8-B469-1E0CA66D1595}" sibTransId="{97086B44-926D-49B9-96B4-A9B00EA7E254}"/>
    <dgm:cxn modelId="{CB52315E-E247-4BD4-AF14-ADD9ADC9278C}" srcId="{9287AD75-1CE3-4F9B-8A11-27265D30AA07}" destId="{BFEFB406-0D8A-483D-9C11-895E0DDC46F5}" srcOrd="1" destOrd="0" parTransId="{2B76A42E-0BA8-413E-B0F1-880D418D11DE}" sibTransId="{91C888BD-4FB1-403C-B8C4-25C8C94B469D}"/>
    <dgm:cxn modelId="{A9BC00AA-0E67-4BA5-80C0-B4C9D2D97F33}" srcId="{5BC5B3F0-5D69-4CEA-BF0F-BA7526F7594A}" destId="{9287AD75-1CE3-4F9B-8A11-27265D30AA07}" srcOrd="0" destOrd="0" parTransId="{9DA16962-9FD2-47C3-A585-E96F559F2AF7}" sibTransId="{69DF1EBE-38C3-4E54-9A8B-233914BDFAFE}"/>
    <dgm:cxn modelId="{35604F73-C03A-4B90-AE66-54FF4BEB2EAD}" type="presOf" srcId="{BFEFB406-0D8A-483D-9C11-895E0DDC46F5}" destId="{42A2FEC1-6B11-499D-98FA-93E54EB17C1E}" srcOrd="1" destOrd="0" presId="urn:microsoft.com/office/officeart/2009/3/layout/HorizontalOrganizationChart"/>
    <dgm:cxn modelId="{EF4BE566-713A-4CE0-8B88-F7CEC512716E}" type="presOf" srcId="{5BC5B3F0-5D69-4CEA-BF0F-BA7526F7594A}" destId="{AF09A027-A6B7-44D6-A204-22F4767631EC}" srcOrd="0" destOrd="0" presId="urn:microsoft.com/office/officeart/2009/3/layout/HorizontalOrganizationChart"/>
    <dgm:cxn modelId="{AE38944F-E5E6-43E9-9019-04C3E5CB859C}" type="presOf" srcId="{CCD898E9-2B65-48BB-B131-89823A269799}" destId="{49E00F5F-11CB-473E-A3A9-97FFD9191E2B}" srcOrd="1" destOrd="0" presId="urn:microsoft.com/office/officeart/2009/3/layout/HorizontalOrganizationChart"/>
    <dgm:cxn modelId="{81A6161D-9E97-499F-875F-6ABB36308F24}" type="presOf" srcId="{C1449134-2DE2-4F68-9F55-BD2F44A7CD5F}" destId="{CB3A8330-DD12-403C-85D6-EBB574A6B039}" srcOrd="1" destOrd="0" presId="urn:microsoft.com/office/officeart/2009/3/layout/HorizontalOrganizationChart"/>
    <dgm:cxn modelId="{7F1200B5-0B90-4955-9FF3-05963E94B514}" type="presOf" srcId="{1253B07C-81C9-482B-A3E7-5CA91315507A}" destId="{3BC11EC4-71EA-4E65-91F5-3F083EAE532E}" srcOrd="0" destOrd="0" presId="urn:microsoft.com/office/officeart/2009/3/layout/HorizontalOrganizationChart"/>
    <dgm:cxn modelId="{880349AF-D017-46DA-8664-1919E7B16C1B}" type="presOf" srcId="{38FFE312-BFF9-423E-8725-786AFEDC11B5}" destId="{2F06FBCC-FFA7-497B-AB92-B3A3B33CE8E4}" srcOrd="0" destOrd="0" presId="urn:microsoft.com/office/officeart/2009/3/layout/HorizontalOrganizationChart"/>
    <dgm:cxn modelId="{FE442048-BD7D-4903-BDFA-C128FBF06CBF}" type="presOf" srcId="{C1449134-2DE2-4F68-9F55-BD2F44A7CD5F}" destId="{736975D7-1F57-4354-9342-1673D8BAEC81}" srcOrd="0" destOrd="0" presId="urn:microsoft.com/office/officeart/2009/3/layout/HorizontalOrganizationChart"/>
    <dgm:cxn modelId="{B59DAB5F-67E6-4F35-87E9-FA10532E58B3}" type="presOf" srcId="{704BE137-7343-4597-A0F6-BDF326F6087C}" destId="{1ACA75D3-C49F-4999-9015-0DAD204CECD6}" srcOrd="0" destOrd="0" presId="urn:microsoft.com/office/officeart/2009/3/layout/HorizontalOrganizationChart"/>
    <dgm:cxn modelId="{AF8E280C-D02D-46BF-8F89-3AF1FA1ABD90}" type="presOf" srcId="{AAC18799-666A-4C20-AB31-C4C3331056EF}" destId="{2742BB53-EA6C-42A7-AB0A-4C67544156A4}" srcOrd="0" destOrd="0" presId="urn:microsoft.com/office/officeart/2009/3/layout/HorizontalOrganizationChart"/>
    <dgm:cxn modelId="{BACE72AD-420C-4CB5-8377-70432B2A9BBA}" type="presOf" srcId="{B175FEB4-A721-4AFF-A81F-3B8FEF234C04}" destId="{345AC127-EDED-4961-B687-01049C2FDE3E}" srcOrd="0" destOrd="0" presId="urn:microsoft.com/office/officeart/2009/3/layout/HorizontalOrganizationChart"/>
    <dgm:cxn modelId="{6D6BAF30-D8B1-451B-8819-88C9AB5B0A0E}" type="presOf" srcId="{9287AD75-1CE3-4F9B-8A11-27265D30AA07}" destId="{772C9A09-C542-457E-A139-A530EFFF42BB}" srcOrd="1" destOrd="0" presId="urn:microsoft.com/office/officeart/2009/3/layout/HorizontalOrganizationChart"/>
    <dgm:cxn modelId="{A5D076B8-A72A-4CC2-B3D6-1D647D911AC6}" srcId="{9287AD75-1CE3-4F9B-8A11-27265D30AA07}" destId="{C1449134-2DE2-4F68-9F55-BD2F44A7CD5F}" srcOrd="2" destOrd="0" parTransId="{38FFE312-BFF9-423E-8725-786AFEDC11B5}" sibTransId="{3236A156-4FEC-4F68-96EE-ADF9791F6ABF}"/>
    <dgm:cxn modelId="{50F230C9-B3BE-4367-86AA-19A0B2253AED}" type="presParOf" srcId="{AF09A027-A6B7-44D6-A204-22F4767631EC}" destId="{C0F8608D-0D46-4F94-980D-B8F9D267AC38}" srcOrd="0" destOrd="0" presId="urn:microsoft.com/office/officeart/2009/3/layout/HorizontalOrganizationChart"/>
    <dgm:cxn modelId="{998D4BA6-91C2-460D-A9AF-AB02E685B946}" type="presParOf" srcId="{C0F8608D-0D46-4F94-980D-B8F9D267AC38}" destId="{5617425C-D8C5-4C3D-9D07-BC97555ED5FB}" srcOrd="0" destOrd="0" presId="urn:microsoft.com/office/officeart/2009/3/layout/HorizontalOrganizationChart"/>
    <dgm:cxn modelId="{275D5858-BF76-44F9-883B-D66717A63D3D}" type="presParOf" srcId="{5617425C-D8C5-4C3D-9D07-BC97555ED5FB}" destId="{8D734AE7-844C-443F-9E6E-451899D05D6F}" srcOrd="0" destOrd="0" presId="urn:microsoft.com/office/officeart/2009/3/layout/HorizontalOrganizationChart"/>
    <dgm:cxn modelId="{99A0BFDE-6DB9-4B74-B312-D7D335A3AB91}" type="presParOf" srcId="{5617425C-D8C5-4C3D-9D07-BC97555ED5FB}" destId="{772C9A09-C542-457E-A139-A530EFFF42BB}" srcOrd="1" destOrd="0" presId="urn:microsoft.com/office/officeart/2009/3/layout/HorizontalOrganizationChart"/>
    <dgm:cxn modelId="{124FF613-9AD3-47EC-B515-98524C3C6A91}" type="presParOf" srcId="{C0F8608D-0D46-4F94-980D-B8F9D267AC38}" destId="{61943001-3DAF-418B-95B7-5107568AF47F}" srcOrd="1" destOrd="0" presId="urn:microsoft.com/office/officeart/2009/3/layout/HorizontalOrganizationChart"/>
    <dgm:cxn modelId="{2DA1235D-B5FF-4156-AB39-8C01213B8F2B}" type="presParOf" srcId="{61943001-3DAF-418B-95B7-5107568AF47F}" destId="{2742BB53-EA6C-42A7-AB0A-4C67544156A4}" srcOrd="0" destOrd="0" presId="urn:microsoft.com/office/officeart/2009/3/layout/HorizontalOrganizationChart"/>
    <dgm:cxn modelId="{0141481F-417B-45FF-BEC7-45926904BBEE}" type="presParOf" srcId="{61943001-3DAF-418B-95B7-5107568AF47F}" destId="{D0BA85AC-91AE-4A00-9715-6BD8D79D5DF8}" srcOrd="1" destOrd="0" presId="urn:microsoft.com/office/officeart/2009/3/layout/HorizontalOrganizationChart"/>
    <dgm:cxn modelId="{C18EA823-A25A-4527-A677-E11CD3B4D4A9}" type="presParOf" srcId="{D0BA85AC-91AE-4A00-9715-6BD8D79D5DF8}" destId="{8A38F0FC-1F9E-4AE4-BAC8-3E039D9F0A7D}" srcOrd="0" destOrd="0" presId="urn:microsoft.com/office/officeart/2009/3/layout/HorizontalOrganizationChart"/>
    <dgm:cxn modelId="{D5CB4BA1-0C72-4FAE-9236-E9CD5310DF2E}" type="presParOf" srcId="{8A38F0FC-1F9E-4AE4-BAC8-3E039D9F0A7D}" destId="{916C932A-D764-45D2-81A0-7EECA5BB44B2}" srcOrd="0" destOrd="0" presId="urn:microsoft.com/office/officeart/2009/3/layout/HorizontalOrganizationChart"/>
    <dgm:cxn modelId="{972F8913-8447-4B6C-ACF3-0CA9A54837D3}" type="presParOf" srcId="{8A38F0FC-1F9E-4AE4-BAC8-3E039D9F0A7D}" destId="{49E00F5F-11CB-473E-A3A9-97FFD9191E2B}" srcOrd="1" destOrd="0" presId="urn:microsoft.com/office/officeart/2009/3/layout/HorizontalOrganizationChart"/>
    <dgm:cxn modelId="{EE72E199-C9C0-488C-9D46-E8618B15E492}" type="presParOf" srcId="{D0BA85AC-91AE-4A00-9715-6BD8D79D5DF8}" destId="{9F57C0AF-9F85-4E1F-A30E-08A45846F6AF}" srcOrd="1" destOrd="0" presId="urn:microsoft.com/office/officeart/2009/3/layout/HorizontalOrganizationChart"/>
    <dgm:cxn modelId="{41C0A241-681A-44EB-B374-EF9153AADDCC}" type="presParOf" srcId="{D0BA85AC-91AE-4A00-9715-6BD8D79D5DF8}" destId="{87CF4655-E256-4D02-9032-934ADDAD3952}" srcOrd="2" destOrd="0" presId="urn:microsoft.com/office/officeart/2009/3/layout/HorizontalOrganizationChart"/>
    <dgm:cxn modelId="{7CEA466F-3591-42F9-93F0-D77DC9166BD9}" type="presParOf" srcId="{61943001-3DAF-418B-95B7-5107568AF47F}" destId="{D9BFA8BC-2E13-4FC9-AF51-A69040B787D7}" srcOrd="2" destOrd="0" presId="urn:microsoft.com/office/officeart/2009/3/layout/HorizontalOrganizationChart"/>
    <dgm:cxn modelId="{53F4D014-7B58-4E08-B1B4-6D5E18508D23}" type="presParOf" srcId="{61943001-3DAF-418B-95B7-5107568AF47F}" destId="{E03AAA0E-2F34-4BAC-B1E9-3F3B408C3BD2}" srcOrd="3" destOrd="0" presId="urn:microsoft.com/office/officeart/2009/3/layout/HorizontalOrganizationChart"/>
    <dgm:cxn modelId="{A53FC532-76AC-42EF-9B18-E72EC37E75A7}" type="presParOf" srcId="{E03AAA0E-2F34-4BAC-B1E9-3F3B408C3BD2}" destId="{3B66875A-7293-4527-A372-2566EA872B00}" srcOrd="0" destOrd="0" presId="urn:microsoft.com/office/officeart/2009/3/layout/HorizontalOrganizationChart"/>
    <dgm:cxn modelId="{6DE207C1-8F96-4FD6-B82E-4EDE194D5D89}" type="presParOf" srcId="{3B66875A-7293-4527-A372-2566EA872B00}" destId="{FA26E3C7-BE96-45CA-8F82-06862021284D}" srcOrd="0" destOrd="0" presId="urn:microsoft.com/office/officeart/2009/3/layout/HorizontalOrganizationChart"/>
    <dgm:cxn modelId="{2D12B4E1-F105-4856-83D0-DCC908FDC86A}" type="presParOf" srcId="{3B66875A-7293-4527-A372-2566EA872B00}" destId="{42A2FEC1-6B11-499D-98FA-93E54EB17C1E}" srcOrd="1" destOrd="0" presId="urn:microsoft.com/office/officeart/2009/3/layout/HorizontalOrganizationChart"/>
    <dgm:cxn modelId="{2CF52029-1E65-461B-971B-4DCDB342C87C}" type="presParOf" srcId="{E03AAA0E-2F34-4BAC-B1E9-3F3B408C3BD2}" destId="{3CFC5F85-7066-44E4-AE17-A7BE27095760}" srcOrd="1" destOrd="0" presId="urn:microsoft.com/office/officeart/2009/3/layout/HorizontalOrganizationChart"/>
    <dgm:cxn modelId="{7BD62156-856E-4BC4-8A74-EC8AE5EF2A63}" type="presParOf" srcId="{E03AAA0E-2F34-4BAC-B1E9-3F3B408C3BD2}" destId="{9228F961-30ED-465E-A91E-68B72217790C}" srcOrd="2" destOrd="0" presId="urn:microsoft.com/office/officeart/2009/3/layout/HorizontalOrganizationChart"/>
    <dgm:cxn modelId="{51B58360-5FDB-4A89-9284-834431D21C7A}" type="presParOf" srcId="{61943001-3DAF-418B-95B7-5107568AF47F}" destId="{2F06FBCC-FFA7-497B-AB92-B3A3B33CE8E4}" srcOrd="4" destOrd="0" presId="urn:microsoft.com/office/officeart/2009/3/layout/HorizontalOrganizationChart"/>
    <dgm:cxn modelId="{21A6C075-A9FB-4D00-B632-498FA381C235}" type="presParOf" srcId="{61943001-3DAF-418B-95B7-5107568AF47F}" destId="{992AA22F-A8A2-4A49-811B-64CA73341E23}" srcOrd="5" destOrd="0" presId="urn:microsoft.com/office/officeart/2009/3/layout/HorizontalOrganizationChart"/>
    <dgm:cxn modelId="{10124D39-A197-4116-975B-0997A36C7999}" type="presParOf" srcId="{992AA22F-A8A2-4A49-811B-64CA73341E23}" destId="{FC0BEBD1-AFCD-48CD-B12C-7F959B5A303F}" srcOrd="0" destOrd="0" presId="urn:microsoft.com/office/officeart/2009/3/layout/HorizontalOrganizationChart"/>
    <dgm:cxn modelId="{4D5C9DFD-0B06-4C4E-89CF-83B57F5BBDB2}" type="presParOf" srcId="{FC0BEBD1-AFCD-48CD-B12C-7F959B5A303F}" destId="{736975D7-1F57-4354-9342-1673D8BAEC81}" srcOrd="0" destOrd="0" presId="urn:microsoft.com/office/officeart/2009/3/layout/HorizontalOrganizationChart"/>
    <dgm:cxn modelId="{7ED5C937-3E98-4E3B-8053-12669525C6EA}" type="presParOf" srcId="{FC0BEBD1-AFCD-48CD-B12C-7F959B5A303F}" destId="{CB3A8330-DD12-403C-85D6-EBB574A6B039}" srcOrd="1" destOrd="0" presId="urn:microsoft.com/office/officeart/2009/3/layout/HorizontalOrganizationChart"/>
    <dgm:cxn modelId="{E052D0CC-FF93-493A-B927-88F2432123E9}" type="presParOf" srcId="{992AA22F-A8A2-4A49-811B-64CA73341E23}" destId="{2B57A991-89D5-4833-8359-66E9F469775C}" srcOrd="1" destOrd="0" presId="urn:microsoft.com/office/officeart/2009/3/layout/HorizontalOrganizationChart"/>
    <dgm:cxn modelId="{B71B3796-5DB6-4947-91A3-DA8C41C2C7FF}" type="presParOf" srcId="{992AA22F-A8A2-4A49-811B-64CA73341E23}" destId="{1838E6B3-4B3A-4D36-82AD-F9366766F535}" srcOrd="2" destOrd="0" presId="urn:microsoft.com/office/officeart/2009/3/layout/HorizontalOrganizationChart"/>
    <dgm:cxn modelId="{3243C7BC-7621-4775-9E3F-09CAB480271A}" type="presParOf" srcId="{61943001-3DAF-418B-95B7-5107568AF47F}" destId="{0A984F71-8CDC-4F5C-BFE7-260B1F95FD87}" srcOrd="6" destOrd="0" presId="urn:microsoft.com/office/officeart/2009/3/layout/HorizontalOrganizationChart"/>
    <dgm:cxn modelId="{61E5159F-299E-4B8E-B659-40F8D35BEF3E}" type="presParOf" srcId="{61943001-3DAF-418B-95B7-5107568AF47F}" destId="{E245DD81-DF8B-441B-912A-2C75A05A1FA6}" srcOrd="7" destOrd="0" presId="urn:microsoft.com/office/officeart/2009/3/layout/HorizontalOrganizationChart"/>
    <dgm:cxn modelId="{0D1635CB-E237-4CB3-AA9C-C64AF5E389C0}" type="presParOf" srcId="{E245DD81-DF8B-441B-912A-2C75A05A1FA6}" destId="{4F1C2D45-A2B0-4F6F-BDBE-4232C1ACC3D6}" srcOrd="0" destOrd="0" presId="urn:microsoft.com/office/officeart/2009/3/layout/HorizontalOrganizationChart"/>
    <dgm:cxn modelId="{F756F797-E298-427D-ABC2-0FBC2DD849CC}" type="presParOf" srcId="{4F1C2D45-A2B0-4F6F-BDBE-4232C1ACC3D6}" destId="{3BC11EC4-71EA-4E65-91F5-3F083EAE532E}" srcOrd="0" destOrd="0" presId="urn:microsoft.com/office/officeart/2009/3/layout/HorizontalOrganizationChart"/>
    <dgm:cxn modelId="{87B57D25-3930-4896-9B2A-5BA093161988}" type="presParOf" srcId="{4F1C2D45-A2B0-4F6F-BDBE-4232C1ACC3D6}" destId="{829D22C5-3630-40F3-BCD6-F901E3D348FF}" srcOrd="1" destOrd="0" presId="urn:microsoft.com/office/officeart/2009/3/layout/HorizontalOrganizationChart"/>
    <dgm:cxn modelId="{27F177FE-BA97-4D11-892E-07FBCA50F78E}" type="presParOf" srcId="{E245DD81-DF8B-441B-912A-2C75A05A1FA6}" destId="{6F730C11-5DF1-4E16-83E8-49DA8867B89E}" srcOrd="1" destOrd="0" presId="urn:microsoft.com/office/officeart/2009/3/layout/HorizontalOrganizationChart"/>
    <dgm:cxn modelId="{EB1D10DE-FE62-4C9A-8A58-77FBB33A898B}" type="presParOf" srcId="{E245DD81-DF8B-441B-912A-2C75A05A1FA6}" destId="{14E9E7EE-4DFC-43FC-A4C5-414930F42A01}" srcOrd="2" destOrd="0" presId="urn:microsoft.com/office/officeart/2009/3/layout/HorizontalOrganizationChart"/>
    <dgm:cxn modelId="{48A4F96D-215C-4729-96BE-E77EA96EAD07}" type="presParOf" srcId="{61943001-3DAF-418B-95B7-5107568AF47F}" destId="{1ACA75D3-C49F-4999-9015-0DAD204CECD6}" srcOrd="8" destOrd="0" presId="urn:microsoft.com/office/officeart/2009/3/layout/HorizontalOrganizationChart"/>
    <dgm:cxn modelId="{FA6546FA-21F8-4089-BB79-7625578E7E4C}" type="presParOf" srcId="{61943001-3DAF-418B-95B7-5107568AF47F}" destId="{5BF515E2-51C8-4C2D-9819-41120B7920D4}" srcOrd="9" destOrd="0" presId="urn:microsoft.com/office/officeart/2009/3/layout/HorizontalOrganizationChart"/>
    <dgm:cxn modelId="{F7563B30-8F00-4B86-AB4B-118AEB9A1FF1}" type="presParOf" srcId="{5BF515E2-51C8-4C2D-9819-41120B7920D4}" destId="{094CE48C-25E0-4FB9-AE3B-8CD60AB49B5A}" srcOrd="0" destOrd="0" presId="urn:microsoft.com/office/officeart/2009/3/layout/HorizontalOrganizationChart"/>
    <dgm:cxn modelId="{27D31E28-7607-4852-8061-3ECE3D3D900B}" type="presParOf" srcId="{094CE48C-25E0-4FB9-AE3B-8CD60AB49B5A}" destId="{E04A969D-9FEA-4B4A-898E-5133C0412434}" srcOrd="0" destOrd="0" presId="urn:microsoft.com/office/officeart/2009/3/layout/HorizontalOrganizationChart"/>
    <dgm:cxn modelId="{E06EDDAB-B210-4AA4-827A-5053F290205C}" type="presParOf" srcId="{094CE48C-25E0-4FB9-AE3B-8CD60AB49B5A}" destId="{467A8CA8-7828-4DCE-AC4E-C64E54F2535D}" srcOrd="1" destOrd="0" presId="urn:microsoft.com/office/officeart/2009/3/layout/HorizontalOrganizationChart"/>
    <dgm:cxn modelId="{521003A6-21C7-4DC4-A0D2-13D1B4E0A4D0}" type="presParOf" srcId="{5BF515E2-51C8-4C2D-9819-41120B7920D4}" destId="{B771DC07-9919-49F2-B15F-4F1733A34DE6}" srcOrd="1" destOrd="0" presId="urn:microsoft.com/office/officeart/2009/3/layout/HorizontalOrganizationChart"/>
    <dgm:cxn modelId="{AF93006E-E66C-47CC-B56B-76016DFE6AC2}" type="presParOf" srcId="{5BF515E2-51C8-4C2D-9819-41120B7920D4}" destId="{6FE29D5C-DA65-4C75-8AFB-2A15BB47528B}" srcOrd="2" destOrd="0" presId="urn:microsoft.com/office/officeart/2009/3/layout/HorizontalOrganizationChart"/>
    <dgm:cxn modelId="{1C42E858-409C-45CA-A9BC-E0CFA710A5C0}" type="presParOf" srcId="{61943001-3DAF-418B-95B7-5107568AF47F}" destId="{80279728-AA90-4330-B809-D9217B55E3B7}" srcOrd="10" destOrd="0" presId="urn:microsoft.com/office/officeart/2009/3/layout/HorizontalOrganizationChart"/>
    <dgm:cxn modelId="{24F79B31-AFE8-41E2-B078-8E43F91E60B2}" type="presParOf" srcId="{61943001-3DAF-418B-95B7-5107568AF47F}" destId="{E3A5FB89-21C6-4C49-AB8A-82BA6564EC68}" srcOrd="11" destOrd="0" presId="urn:microsoft.com/office/officeart/2009/3/layout/HorizontalOrganizationChart"/>
    <dgm:cxn modelId="{A78BB94C-B933-43AE-8587-AC82E4657930}" type="presParOf" srcId="{E3A5FB89-21C6-4C49-AB8A-82BA6564EC68}" destId="{B8622B04-0C51-4147-BB2A-FE5ABA1614E2}" srcOrd="0" destOrd="0" presId="urn:microsoft.com/office/officeart/2009/3/layout/HorizontalOrganizationChart"/>
    <dgm:cxn modelId="{F884B7C9-077E-48DD-AE35-93ECA261649C}" type="presParOf" srcId="{B8622B04-0C51-4147-BB2A-FE5ABA1614E2}" destId="{345AC127-EDED-4961-B687-01049C2FDE3E}" srcOrd="0" destOrd="0" presId="urn:microsoft.com/office/officeart/2009/3/layout/HorizontalOrganizationChart"/>
    <dgm:cxn modelId="{846B487B-43D2-471C-A576-6AB3C9D66C1F}" type="presParOf" srcId="{B8622B04-0C51-4147-BB2A-FE5ABA1614E2}" destId="{15D7D45C-327D-4F1C-BCF3-FF5EEBF6FA2B}" srcOrd="1" destOrd="0" presId="urn:microsoft.com/office/officeart/2009/3/layout/HorizontalOrganizationChart"/>
    <dgm:cxn modelId="{0D042CB6-CA8B-45D6-B6A1-B984C33B13F7}" type="presParOf" srcId="{E3A5FB89-21C6-4C49-AB8A-82BA6564EC68}" destId="{135F22DC-6331-47A2-9C2F-CEDDD663FF03}" srcOrd="1" destOrd="0" presId="urn:microsoft.com/office/officeart/2009/3/layout/HorizontalOrganizationChart"/>
    <dgm:cxn modelId="{2F75FD40-B3D3-421F-A816-B957394767B5}" type="presParOf" srcId="{E3A5FB89-21C6-4C49-AB8A-82BA6564EC68}" destId="{4777091C-4B4F-4563-8C70-F9287C06AB4F}" srcOrd="2" destOrd="0" presId="urn:microsoft.com/office/officeart/2009/3/layout/HorizontalOrganizationChart"/>
    <dgm:cxn modelId="{A3075456-4915-47EE-9407-63DA3C823BEF}" type="presParOf" srcId="{C0F8608D-0D46-4F94-980D-B8F9D267AC38}" destId="{F693BD4D-0288-49CB-9606-65C95C9F5E37}"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72C1BA-3158-475B-8130-3596432CFBE9}" type="doc">
      <dgm:prSet loTypeId="urn:microsoft.com/office/officeart/2005/8/layout/radial6" loCatId="cycle" qsTypeId="urn:microsoft.com/office/officeart/2005/8/quickstyle/simple1" qsCatId="simple" csTypeId="urn:microsoft.com/office/officeart/2005/8/colors/accent3_2" csCatId="accent3" phldr="1"/>
      <dgm:spPr/>
      <dgm:t>
        <a:bodyPr/>
        <a:lstStyle/>
        <a:p>
          <a:endParaRPr lang="zh-TW" altLang="en-US"/>
        </a:p>
      </dgm:t>
    </dgm:pt>
    <dgm:pt modelId="{14416E02-BDFE-4C86-A1F6-BB0893158850}">
      <dgm:prSet phldrT="[文字]"/>
      <dgm:spPr/>
      <dgm:t>
        <a:bodyPr/>
        <a:lstStyle/>
        <a:p>
          <a:r>
            <a:rPr lang="zh-TW" altLang="en-US" dirty="0" smtClean="0">
              <a:latin typeface="華康華綜體W5(P)" pitchFamily="34" charset="-120"/>
              <a:ea typeface="華康華綜體W5(P)" pitchFamily="34" charset="-120"/>
            </a:rPr>
            <a:t>番茄與</a:t>
          </a:r>
          <a:r>
            <a:rPr lang="en-US" altLang="zh-TW" dirty="0" err="1" smtClean="0">
              <a:latin typeface="華康華綜體W5(P)" pitchFamily="34" charset="-120"/>
              <a:ea typeface="華康華綜體W5(P)" pitchFamily="34" charset="-120"/>
            </a:rPr>
            <a:t>SDGs</a:t>
          </a:r>
          <a:endParaRPr lang="zh-TW" altLang="en-US" dirty="0">
            <a:latin typeface="華康華綜體W5(P)" pitchFamily="34" charset="-120"/>
            <a:ea typeface="華康華綜體W5(P)" pitchFamily="34" charset="-120"/>
          </a:endParaRPr>
        </a:p>
      </dgm:t>
    </dgm:pt>
    <dgm:pt modelId="{021220DF-246B-4753-ADBA-9D7F96C8196C}" type="parTrans" cxnId="{A55087C5-FD4D-40C8-B3BD-1EE9AFD95260}">
      <dgm:prSet/>
      <dgm:spPr/>
      <dgm:t>
        <a:bodyPr/>
        <a:lstStyle/>
        <a:p>
          <a:endParaRPr lang="zh-TW" altLang="en-US">
            <a:latin typeface="華康華綜體W5(P)" pitchFamily="34" charset="-120"/>
            <a:ea typeface="華康華綜體W5(P)" pitchFamily="34" charset="-120"/>
          </a:endParaRPr>
        </a:p>
      </dgm:t>
    </dgm:pt>
    <dgm:pt modelId="{55850968-7708-4316-81D1-F9AD8AF92710}" type="sibTrans" cxnId="{A55087C5-FD4D-40C8-B3BD-1EE9AFD95260}">
      <dgm:prSet/>
      <dgm:spPr/>
      <dgm:t>
        <a:bodyPr/>
        <a:lstStyle/>
        <a:p>
          <a:endParaRPr lang="zh-TW" altLang="en-US">
            <a:latin typeface="華康華綜體W5(P)" pitchFamily="34" charset="-120"/>
            <a:ea typeface="華康華綜體W5(P)" pitchFamily="34" charset="-120"/>
          </a:endParaRPr>
        </a:p>
      </dgm:t>
    </dgm:pt>
    <dgm:pt modelId="{601FA5B0-F07E-47A0-8FED-3574C3087772}">
      <dgm:prSet phldrT="[文字]"/>
      <dgm:spPr/>
      <dgm:t>
        <a:bodyPr/>
        <a:lstStyle/>
        <a:p>
          <a:r>
            <a:rPr lang="zh-TW" altLang="en-US" dirty="0" smtClean="0">
              <a:latin typeface="華康華綜體W5(P)" pitchFamily="34" charset="-120"/>
              <a:ea typeface="華康華綜體W5(P)" pitchFamily="34" charset="-120"/>
            </a:rPr>
            <a:t>化學</a:t>
          </a:r>
          <a:endParaRPr lang="zh-TW" altLang="en-US" dirty="0">
            <a:latin typeface="華康華綜體W5(P)" pitchFamily="34" charset="-120"/>
            <a:ea typeface="華康華綜體W5(P)" pitchFamily="34" charset="-120"/>
          </a:endParaRPr>
        </a:p>
      </dgm:t>
    </dgm:pt>
    <dgm:pt modelId="{7814E274-C22A-4B20-B59D-3B9A3858ACD6}" type="parTrans" cxnId="{7CAB5611-A193-4ECA-A12A-A149340A60E7}">
      <dgm:prSet/>
      <dgm:spPr/>
      <dgm:t>
        <a:bodyPr/>
        <a:lstStyle/>
        <a:p>
          <a:endParaRPr lang="zh-TW" altLang="en-US">
            <a:latin typeface="華康華綜體W5(P)" pitchFamily="34" charset="-120"/>
            <a:ea typeface="華康華綜體W5(P)" pitchFamily="34" charset="-120"/>
          </a:endParaRPr>
        </a:p>
      </dgm:t>
    </dgm:pt>
    <dgm:pt modelId="{1290CFD1-BC1C-42FD-936F-24A55A62AE81}" type="sibTrans" cxnId="{7CAB5611-A193-4ECA-A12A-A149340A60E7}">
      <dgm:prSet/>
      <dgm:spPr/>
      <dgm:t>
        <a:bodyPr/>
        <a:lstStyle/>
        <a:p>
          <a:endParaRPr lang="zh-TW" altLang="en-US">
            <a:latin typeface="華康華綜體W5(P)" pitchFamily="34" charset="-120"/>
            <a:ea typeface="華康華綜體W5(P)" pitchFamily="34" charset="-120"/>
          </a:endParaRPr>
        </a:p>
      </dgm:t>
    </dgm:pt>
    <dgm:pt modelId="{CB0D45C9-67DA-4114-BC2D-46A8BB29D42E}">
      <dgm:prSet phldrT="[文字]"/>
      <dgm:spPr/>
      <dgm:t>
        <a:bodyPr/>
        <a:lstStyle/>
        <a:p>
          <a:r>
            <a:rPr lang="zh-TW" altLang="en-US" dirty="0" smtClean="0">
              <a:latin typeface="華康華綜體W5(P)" pitchFamily="34" charset="-120"/>
              <a:ea typeface="華康華綜體W5(P)" pitchFamily="34" charset="-120"/>
            </a:rPr>
            <a:t>歷史</a:t>
          </a:r>
          <a:endParaRPr lang="zh-TW" altLang="en-US" dirty="0">
            <a:latin typeface="華康華綜體W5(P)" pitchFamily="34" charset="-120"/>
            <a:ea typeface="華康華綜體W5(P)" pitchFamily="34" charset="-120"/>
          </a:endParaRPr>
        </a:p>
      </dgm:t>
    </dgm:pt>
    <dgm:pt modelId="{8F93CD5D-2AAF-445D-90AD-8B1DBB230D2C}" type="parTrans" cxnId="{860F0F72-6483-49CF-88B4-A2F38DE3FDAB}">
      <dgm:prSet/>
      <dgm:spPr/>
      <dgm:t>
        <a:bodyPr/>
        <a:lstStyle/>
        <a:p>
          <a:endParaRPr lang="zh-TW" altLang="en-US">
            <a:latin typeface="華康華綜體W5(P)" pitchFamily="34" charset="-120"/>
            <a:ea typeface="華康華綜體W5(P)" pitchFamily="34" charset="-120"/>
          </a:endParaRPr>
        </a:p>
      </dgm:t>
    </dgm:pt>
    <dgm:pt modelId="{65B01626-434B-45B7-98E9-363B3D899435}" type="sibTrans" cxnId="{860F0F72-6483-49CF-88B4-A2F38DE3FDAB}">
      <dgm:prSet/>
      <dgm:spPr/>
      <dgm:t>
        <a:bodyPr/>
        <a:lstStyle/>
        <a:p>
          <a:endParaRPr lang="zh-TW" altLang="en-US">
            <a:latin typeface="華康華綜體W5(P)" pitchFamily="34" charset="-120"/>
            <a:ea typeface="華康華綜體W5(P)" pitchFamily="34" charset="-120"/>
          </a:endParaRPr>
        </a:p>
      </dgm:t>
    </dgm:pt>
    <dgm:pt modelId="{528B6EF3-B303-4563-ACCD-C5B9D1B49F8A}">
      <dgm:prSet phldrT="[文字]"/>
      <dgm:spPr/>
      <dgm:t>
        <a:bodyPr/>
        <a:lstStyle/>
        <a:p>
          <a:r>
            <a:rPr lang="zh-TW" altLang="en-US" dirty="0" smtClean="0">
              <a:latin typeface="華康華綜體W5(P)" pitchFamily="34" charset="-120"/>
              <a:ea typeface="華康華綜體W5(P)" pitchFamily="34" charset="-120"/>
            </a:rPr>
            <a:t>地理</a:t>
          </a:r>
          <a:endParaRPr lang="zh-TW" altLang="en-US" dirty="0">
            <a:latin typeface="華康華綜體W5(P)" pitchFamily="34" charset="-120"/>
            <a:ea typeface="華康華綜體W5(P)" pitchFamily="34" charset="-120"/>
          </a:endParaRPr>
        </a:p>
      </dgm:t>
    </dgm:pt>
    <dgm:pt modelId="{B3328FF6-EE3F-4BDE-83CD-A06737A5E7A4}" type="parTrans" cxnId="{61E221E2-E57E-461F-8CED-7BAD277F5725}">
      <dgm:prSet/>
      <dgm:spPr/>
      <dgm:t>
        <a:bodyPr/>
        <a:lstStyle/>
        <a:p>
          <a:endParaRPr lang="zh-TW" altLang="en-US">
            <a:latin typeface="華康華綜體W5(P)" pitchFamily="34" charset="-120"/>
            <a:ea typeface="華康華綜體W5(P)" pitchFamily="34" charset="-120"/>
          </a:endParaRPr>
        </a:p>
      </dgm:t>
    </dgm:pt>
    <dgm:pt modelId="{EE5AA086-0120-4648-A45C-93922DDDCA9A}" type="sibTrans" cxnId="{61E221E2-E57E-461F-8CED-7BAD277F5725}">
      <dgm:prSet/>
      <dgm:spPr/>
      <dgm:t>
        <a:bodyPr/>
        <a:lstStyle/>
        <a:p>
          <a:endParaRPr lang="zh-TW" altLang="en-US">
            <a:latin typeface="華康華綜體W5(P)" pitchFamily="34" charset="-120"/>
            <a:ea typeface="華康華綜體W5(P)" pitchFamily="34" charset="-120"/>
          </a:endParaRPr>
        </a:p>
      </dgm:t>
    </dgm:pt>
    <dgm:pt modelId="{47A6D477-0FB5-47C0-9615-1959C707229A}">
      <dgm:prSet phldrT="[文字]"/>
      <dgm:spPr/>
      <dgm:t>
        <a:bodyPr/>
        <a:lstStyle/>
        <a:p>
          <a:r>
            <a:rPr lang="zh-TW" altLang="en-US" dirty="0" smtClean="0">
              <a:latin typeface="華康華綜體W5(P)" pitchFamily="34" charset="-120"/>
              <a:ea typeface="華康華綜體W5(P)" pitchFamily="34" charset="-120"/>
            </a:rPr>
            <a:t>國文</a:t>
          </a:r>
          <a:endParaRPr lang="zh-TW" altLang="en-US" dirty="0">
            <a:latin typeface="華康華綜體W5(P)" pitchFamily="34" charset="-120"/>
            <a:ea typeface="華康華綜體W5(P)" pitchFamily="34" charset="-120"/>
          </a:endParaRPr>
        </a:p>
      </dgm:t>
    </dgm:pt>
    <dgm:pt modelId="{6A8682E2-0B2C-41BE-87E1-E2E10D7047A0}" type="parTrans" cxnId="{87C37F17-F240-4931-9F06-9FA48A497E43}">
      <dgm:prSet/>
      <dgm:spPr/>
      <dgm:t>
        <a:bodyPr/>
        <a:lstStyle/>
        <a:p>
          <a:endParaRPr lang="zh-TW" altLang="en-US">
            <a:latin typeface="華康華綜體W5(P)" pitchFamily="34" charset="-120"/>
            <a:ea typeface="華康華綜體W5(P)" pitchFamily="34" charset="-120"/>
          </a:endParaRPr>
        </a:p>
      </dgm:t>
    </dgm:pt>
    <dgm:pt modelId="{52731EC0-AC62-4F12-8806-7D336CD7325F}" type="sibTrans" cxnId="{87C37F17-F240-4931-9F06-9FA48A497E43}">
      <dgm:prSet/>
      <dgm:spPr/>
      <dgm:t>
        <a:bodyPr/>
        <a:lstStyle/>
        <a:p>
          <a:endParaRPr lang="zh-TW" altLang="en-US">
            <a:latin typeface="華康華綜體W5(P)" pitchFamily="34" charset="-120"/>
            <a:ea typeface="華康華綜體W5(P)" pitchFamily="34" charset="-120"/>
          </a:endParaRPr>
        </a:p>
      </dgm:t>
    </dgm:pt>
    <dgm:pt modelId="{A60C3E9E-6EF2-4037-ABB1-C15E24E7AF89}">
      <dgm:prSet/>
      <dgm:spPr/>
      <dgm:t>
        <a:bodyPr/>
        <a:lstStyle/>
        <a:p>
          <a:r>
            <a:rPr lang="zh-TW" altLang="en-US" dirty="0" smtClean="0">
              <a:latin typeface="華康華綜體W5(P)" pitchFamily="34" charset="-120"/>
              <a:ea typeface="華康華綜體W5(P)" pitchFamily="34" charset="-120"/>
            </a:rPr>
            <a:t>英語</a:t>
          </a:r>
          <a:endParaRPr lang="zh-TW" altLang="en-US" dirty="0">
            <a:latin typeface="華康華綜體W5(P)" pitchFamily="34" charset="-120"/>
            <a:ea typeface="華康華綜體W5(P)" pitchFamily="34" charset="-120"/>
          </a:endParaRPr>
        </a:p>
      </dgm:t>
    </dgm:pt>
    <dgm:pt modelId="{3B51A04B-9EE8-4149-BCD5-1818C20B42E2}" type="parTrans" cxnId="{F64C5C88-BBB9-4C54-96A2-2ADC1A096FB9}">
      <dgm:prSet/>
      <dgm:spPr/>
      <dgm:t>
        <a:bodyPr/>
        <a:lstStyle/>
        <a:p>
          <a:endParaRPr lang="zh-TW" altLang="en-US">
            <a:latin typeface="華康華綜體W5(P)" pitchFamily="34" charset="-120"/>
            <a:ea typeface="華康華綜體W5(P)" pitchFamily="34" charset="-120"/>
          </a:endParaRPr>
        </a:p>
      </dgm:t>
    </dgm:pt>
    <dgm:pt modelId="{B4CF6C07-658C-4623-AD95-01619C5E86E0}" type="sibTrans" cxnId="{F64C5C88-BBB9-4C54-96A2-2ADC1A096FB9}">
      <dgm:prSet/>
      <dgm:spPr/>
      <dgm:t>
        <a:bodyPr/>
        <a:lstStyle/>
        <a:p>
          <a:endParaRPr lang="zh-TW" altLang="en-US">
            <a:latin typeface="華康華綜體W5(P)" pitchFamily="34" charset="-120"/>
            <a:ea typeface="華康華綜體W5(P)" pitchFamily="34" charset="-120"/>
          </a:endParaRPr>
        </a:p>
      </dgm:t>
    </dgm:pt>
    <dgm:pt modelId="{3D4BCA34-348B-4749-BD85-D676C25C672D}">
      <dgm:prSet/>
      <dgm:spPr/>
      <dgm:t>
        <a:bodyPr/>
        <a:lstStyle/>
        <a:p>
          <a:r>
            <a:rPr lang="zh-TW" altLang="en-US" dirty="0" smtClean="0">
              <a:latin typeface="華康華綜體W5(P)" pitchFamily="34" charset="-120"/>
              <a:ea typeface="華康華綜體W5(P)" pitchFamily="34" charset="-120"/>
            </a:rPr>
            <a:t>家政</a:t>
          </a:r>
          <a:endParaRPr lang="zh-TW" altLang="en-US" dirty="0">
            <a:latin typeface="華康華綜體W5(P)" pitchFamily="34" charset="-120"/>
            <a:ea typeface="華康華綜體W5(P)" pitchFamily="34" charset="-120"/>
          </a:endParaRPr>
        </a:p>
      </dgm:t>
    </dgm:pt>
    <dgm:pt modelId="{CB6A90AB-5B7D-4A05-B195-910606586A74}" type="parTrans" cxnId="{838BA3ED-60ED-4ED3-8583-CFBFF0F529E0}">
      <dgm:prSet/>
      <dgm:spPr/>
      <dgm:t>
        <a:bodyPr/>
        <a:lstStyle/>
        <a:p>
          <a:endParaRPr lang="zh-TW" altLang="en-US"/>
        </a:p>
      </dgm:t>
    </dgm:pt>
    <dgm:pt modelId="{68D72D27-8C10-47D0-9784-070068F33DE1}" type="sibTrans" cxnId="{838BA3ED-60ED-4ED3-8583-CFBFF0F529E0}">
      <dgm:prSet/>
      <dgm:spPr/>
      <dgm:t>
        <a:bodyPr/>
        <a:lstStyle/>
        <a:p>
          <a:endParaRPr lang="zh-TW" altLang="en-US"/>
        </a:p>
      </dgm:t>
    </dgm:pt>
    <dgm:pt modelId="{DDCEA6EF-A75E-425D-95B8-45FD1F6DE9B0}" type="pres">
      <dgm:prSet presAssocID="{FD72C1BA-3158-475B-8130-3596432CFBE9}" presName="Name0" presStyleCnt="0">
        <dgm:presLayoutVars>
          <dgm:chMax val="1"/>
          <dgm:dir/>
          <dgm:animLvl val="ctr"/>
          <dgm:resizeHandles val="exact"/>
        </dgm:presLayoutVars>
      </dgm:prSet>
      <dgm:spPr/>
      <dgm:t>
        <a:bodyPr/>
        <a:lstStyle/>
        <a:p>
          <a:endParaRPr lang="zh-TW" altLang="en-US"/>
        </a:p>
      </dgm:t>
    </dgm:pt>
    <dgm:pt modelId="{AAECC00A-BDA8-43EF-8B29-F802CD3723B1}" type="pres">
      <dgm:prSet presAssocID="{14416E02-BDFE-4C86-A1F6-BB0893158850}" presName="centerShape" presStyleLbl="node0" presStyleIdx="0" presStyleCnt="1"/>
      <dgm:spPr/>
      <dgm:t>
        <a:bodyPr/>
        <a:lstStyle/>
        <a:p>
          <a:endParaRPr lang="zh-TW" altLang="en-US"/>
        </a:p>
      </dgm:t>
    </dgm:pt>
    <dgm:pt modelId="{057899FB-F4A2-40BA-9F99-C1ECD67CF3A2}" type="pres">
      <dgm:prSet presAssocID="{601FA5B0-F07E-47A0-8FED-3574C3087772}" presName="node" presStyleLbl="node1" presStyleIdx="0" presStyleCnt="6">
        <dgm:presLayoutVars>
          <dgm:bulletEnabled val="1"/>
        </dgm:presLayoutVars>
      </dgm:prSet>
      <dgm:spPr/>
      <dgm:t>
        <a:bodyPr/>
        <a:lstStyle/>
        <a:p>
          <a:endParaRPr lang="zh-TW" altLang="en-US"/>
        </a:p>
      </dgm:t>
    </dgm:pt>
    <dgm:pt modelId="{3640CE5E-3CA6-44CB-AE7C-B31451A3A7F0}" type="pres">
      <dgm:prSet presAssocID="{601FA5B0-F07E-47A0-8FED-3574C3087772}" presName="dummy" presStyleCnt="0"/>
      <dgm:spPr/>
    </dgm:pt>
    <dgm:pt modelId="{216B2FA6-6B88-4C76-8257-8561FD7CC9C7}" type="pres">
      <dgm:prSet presAssocID="{1290CFD1-BC1C-42FD-936F-24A55A62AE81}" presName="sibTrans" presStyleLbl="sibTrans2D1" presStyleIdx="0" presStyleCnt="6"/>
      <dgm:spPr/>
      <dgm:t>
        <a:bodyPr/>
        <a:lstStyle/>
        <a:p>
          <a:endParaRPr lang="zh-TW" altLang="en-US"/>
        </a:p>
      </dgm:t>
    </dgm:pt>
    <dgm:pt modelId="{1098246D-4B4C-42E8-A417-99A0B9C5DC24}" type="pres">
      <dgm:prSet presAssocID="{CB0D45C9-67DA-4114-BC2D-46A8BB29D42E}" presName="node" presStyleLbl="node1" presStyleIdx="1" presStyleCnt="6">
        <dgm:presLayoutVars>
          <dgm:bulletEnabled val="1"/>
        </dgm:presLayoutVars>
      </dgm:prSet>
      <dgm:spPr/>
      <dgm:t>
        <a:bodyPr/>
        <a:lstStyle/>
        <a:p>
          <a:endParaRPr lang="zh-TW" altLang="en-US"/>
        </a:p>
      </dgm:t>
    </dgm:pt>
    <dgm:pt modelId="{A7E9E40C-1C0C-4607-946C-0B6291A52490}" type="pres">
      <dgm:prSet presAssocID="{CB0D45C9-67DA-4114-BC2D-46A8BB29D42E}" presName="dummy" presStyleCnt="0"/>
      <dgm:spPr/>
    </dgm:pt>
    <dgm:pt modelId="{DBB7A3FD-0F01-45F1-A13D-4A61F8054EB7}" type="pres">
      <dgm:prSet presAssocID="{65B01626-434B-45B7-98E9-363B3D899435}" presName="sibTrans" presStyleLbl="sibTrans2D1" presStyleIdx="1" presStyleCnt="6"/>
      <dgm:spPr/>
      <dgm:t>
        <a:bodyPr/>
        <a:lstStyle/>
        <a:p>
          <a:endParaRPr lang="zh-TW" altLang="en-US"/>
        </a:p>
      </dgm:t>
    </dgm:pt>
    <dgm:pt modelId="{A20BB205-25FF-464D-BA83-F1EC70CD029B}" type="pres">
      <dgm:prSet presAssocID="{528B6EF3-B303-4563-ACCD-C5B9D1B49F8A}" presName="node" presStyleLbl="node1" presStyleIdx="2" presStyleCnt="6">
        <dgm:presLayoutVars>
          <dgm:bulletEnabled val="1"/>
        </dgm:presLayoutVars>
      </dgm:prSet>
      <dgm:spPr/>
      <dgm:t>
        <a:bodyPr/>
        <a:lstStyle/>
        <a:p>
          <a:endParaRPr lang="zh-TW" altLang="en-US"/>
        </a:p>
      </dgm:t>
    </dgm:pt>
    <dgm:pt modelId="{87619385-1900-41BA-A3DC-55CE522AEC5C}" type="pres">
      <dgm:prSet presAssocID="{528B6EF3-B303-4563-ACCD-C5B9D1B49F8A}" presName="dummy" presStyleCnt="0"/>
      <dgm:spPr/>
    </dgm:pt>
    <dgm:pt modelId="{A18530F2-56EF-4483-AAA8-67C0FF9E111C}" type="pres">
      <dgm:prSet presAssocID="{EE5AA086-0120-4648-A45C-93922DDDCA9A}" presName="sibTrans" presStyleLbl="sibTrans2D1" presStyleIdx="2" presStyleCnt="6"/>
      <dgm:spPr/>
      <dgm:t>
        <a:bodyPr/>
        <a:lstStyle/>
        <a:p>
          <a:endParaRPr lang="zh-TW" altLang="en-US"/>
        </a:p>
      </dgm:t>
    </dgm:pt>
    <dgm:pt modelId="{77C464E2-1C48-49A9-B70A-4BC517EC5CFE}" type="pres">
      <dgm:prSet presAssocID="{47A6D477-0FB5-47C0-9615-1959C707229A}" presName="node" presStyleLbl="node1" presStyleIdx="3" presStyleCnt="6">
        <dgm:presLayoutVars>
          <dgm:bulletEnabled val="1"/>
        </dgm:presLayoutVars>
      </dgm:prSet>
      <dgm:spPr/>
      <dgm:t>
        <a:bodyPr/>
        <a:lstStyle/>
        <a:p>
          <a:endParaRPr lang="zh-TW" altLang="en-US"/>
        </a:p>
      </dgm:t>
    </dgm:pt>
    <dgm:pt modelId="{554DED39-DA91-4EC9-900D-171AEB4AE8ED}" type="pres">
      <dgm:prSet presAssocID="{47A6D477-0FB5-47C0-9615-1959C707229A}" presName="dummy" presStyleCnt="0"/>
      <dgm:spPr/>
    </dgm:pt>
    <dgm:pt modelId="{803004B9-6026-4C6B-BC03-2BABB5B3FA7B}" type="pres">
      <dgm:prSet presAssocID="{52731EC0-AC62-4F12-8806-7D336CD7325F}" presName="sibTrans" presStyleLbl="sibTrans2D1" presStyleIdx="3" presStyleCnt="6"/>
      <dgm:spPr/>
      <dgm:t>
        <a:bodyPr/>
        <a:lstStyle/>
        <a:p>
          <a:endParaRPr lang="zh-TW" altLang="en-US"/>
        </a:p>
      </dgm:t>
    </dgm:pt>
    <dgm:pt modelId="{94E76BDB-AAB8-462F-9983-F2A97813528A}" type="pres">
      <dgm:prSet presAssocID="{A60C3E9E-6EF2-4037-ABB1-C15E24E7AF89}" presName="node" presStyleLbl="node1" presStyleIdx="4" presStyleCnt="6">
        <dgm:presLayoutVars>
          <dgm:bulletEnabled val="1"/>
        </dgm:presLayoutVars>
      </dgm:prSet>
      <dgm:spPr/>
      <dgm:t>
        <a:bodyPr/>
        <a:lstStyle/>
        <a:p>
          <a:endParaRPr lang="zh-TW" altLang="en-US"/>
        </a:p>
      </dgm:t>
    </dgm:pt>
    <dgm:pt modelId="{FF77E6FB-D548-4BCF-B56C-D518B20D88AF}" type="pres">
      <dgm:prSet presAssocID="{A60C3E9E-6EF2-4037-ABB1-C15E24E7AF89}" presName="dummy" presStyleCnt="0"/>
      <dgm:spPr/>
    </dgm:pt>
    <dgm:pt modelId="{8331643A-8B33-4293-B69D-C51384343EAC}" type="pres">
      <dgm:prSet presAssocID="{B4CF6C07-658C-4623-AD95-01619C5E86E0}" presName="sibTrans" presStyleLbl="sibTrans2D1" presStyleIdx="4" presStyleCnt="6"/>
      <dgm:spPr/>
      <dgm:t>
        <a:bodyPr/>
        <a:lstStyle/>
        <a:p>
          <a:endParaRPr lang="zh-TW" altLang="en-US"/>
        </a:p>
      </dgm:t>
    </dgm:pt>
    <dgm:pt modelId="{588A0D72-4F2A-451C-8271-E40946B1C8BF}" type="pres">
      <dgm:prSet presAssocID="{3D4BCA34-348B-4749-BD85-D676C25C672D}" presName="node" presStyleLbl="node1" presStyleIdx="5" presStyleCnt="6">
        <dgm:presLayoutVars>
          <dgm:bulletEnabled val="1"/>
        </dgm:presLayoutVars>
      </dgm:prSet>
      <dgm:spPr/>
      <dgm:t>
        <a:bodyPr/>
        <a:lstStyle/>
        <a:p>
          <a:endParaRPr lang="zh-TW" altLang="en-US"/>
        </a:p>
      </dgm:t>
    </dgm:pt>
    <dgm:pt modelId="{33A780A2-E382-4413-B876-2BACEC2655F7}" type="pres">
      <dgm:prSet presAssocID="{3D4BCA34-348B-4749-BD85-D676C25C672D}" presName="dummy" presStyleCnt="0"/>
      <dgm:spPr/>
    </dgm:pt>
    <dgm:pt modelId="{79BD6893-7C4A-45E4-9D7E-80AD7815B4DF}" type="pres">
      <dgm:prSet presAssocID="{68D72D27-8C10-47D0-9784-070068F33DE1}" presName="sibTrans" presStyleLbl="sibTrans2D1" presStyleIdx="5" presStyleCnt="6"/>
      <dgm:spPr/>
      <dgm:t>
        <a:bodyPr/>
        <a:lstStyle/>
        <a:p>
          <a:endParaRPr lang="zh-TW" altLang="en-US"/>
        </a:p>
      </dgm:t>
    </dgm:pt>
  </dgm:ptLst>
  <dgm:cxnLst>
    <dgm:cxn modelId="{87C37F17-F240-4931-9F06-9FA48A497E43}" srcId="{14416E02-BDFE-4C86-A1F6-BB0893158850}" destId="{47A6D477-0FB5-47C0-9615-1959C707229A}" srcOrd="3" destOrd="0" parTransId="{6A8682E2-0B2C-41BE-87E1-E2E10D7047A0}" sibTransId="{52731EC0-AC62-4F12-8806-7D336CD7325F}"/>
    <dgm:cxn modelId="{0870F690-2DF1-4D42-B403-AFFA332FB905}" type="presOf" srcId="{CB0D45C9-67DA-4114-BC2D-46A8BB29D42E}" destId="{1098246D-4B4C-42E8-A417-99A0B9C5DC24}" srcOrd="0" destOrd="0" presId="urn:microsoft.com/office/officeart/2005/8/layout/radial6"/>
    <dgm:cxn modelId="{6ADE31A5-E5EE-4C23-9A4C-A3537121D9AC}" type="presOf" srcId="{47A6D477-0FB5-47C0-9615-1959C707229A}" destId="{77C464E2-1C48-49A9-B70A-4BC517EC5CFE}" srcOrd="0" destOrd="0" presId="urn:microsoft.com/office/officeart/2005/8/layout/radial6"/>
    <dgm:cxn modelId="{8352E6C7-6C92-41F0-AC14-4242EAF37056}" type="presOf" srcId="{EE5AA086-0120-4648-A45C-93922DDDCA9A}" destId="{A18530F2-56EF-4483-AAA8-67C0FF9E111C}" srcOrd="0" destOrd="0" presId="urn:microsoft.com/office/officeart/2005/8/layout/radial6"/>
    <dgm:cxn modelId="{9A2189AD-01BA-49F1-AC2A-2D97DE01C06E}" type="presOf" srcId="{A60C3E9E-6EF2-4037-ABB1-C15E24E7AF89}" destId="{94E76BDB-AAB8-462F-9983-F2A97813528A}" srcOrd="0" destOrd="0" presId="urn:microsoft.com/office/officeart/2005/8/layout/radial6"/>
    <dgm:cxn modelId="{19E8C110-93D2-4BE3-AD03-DD7C77F1E778}" type="presOf" srcId="{528B6EF3-B303-4563-ACCD-C5B9D1B49F8A}" destId="{A20BB205-25FF-464D-BA83-F1EC70CD029B}" srcOrd="0" destOrd="0" presId="urn:microsoft.com/office/officeart/2005/8/layout/radial6"/>
    <dgm:cxn modelId="{12844001-6696-4B14-908B-B61142B2A7DB}" type="presOf" srcId="{B4CF6C07-658C-4623-AD95-01619C5E86E0}" destId="{8331643A-8B33-4293-B69D-C51384343EAC}" srcOrd="0" destOrd="0" presId="urn:microsoft.com/office/officeart/2005/8/layout/radial6"/>
    <dgm:cxn modelId="{838BA3ED-60ED-4ED3-8583-CFBFF0F529E0}" srcId="{14416E02-BDFE-4C86-A1F6-BB0893158850}" destId="{3D4BCA34-348B-4749-BD85-D676C25C672D}" srcOrd="5" destOrd="0" parTransId="{CB6A90AB-5B7D-4A05-B195-910606586A74}" sibTransId="{68D72D27-8C10-47D0-9784-070068F33DE1}"/>
    <dgm:cxn modelId="{02733F62-02B7-42AE-A4F0-62F2045275E4}" type="presOf" srcId="{FD72C1BA-3158-475B-8130-3596432CFBE9}" destId="{DDCEA6EF-A75E-425D-95B8-45FD1F6DE9B0}" srcOrd="0" destOrd="0" presId="urn:microsoft.com/office/officeart/2005/8/layout/radial6"/>
    <dgm:cxn modelId="{860F0F72-6483-49CF-88B4-A2F38DE3FDAB}" srcId="{14416E02-BDFE-4C86-A1F6-BB0893158850}" destId="{CB0D45C9-67DA-4114-BC2D-46A8BB29D42E}" srcOrd="1" destOrd="0" parTransId="{8F93CD5D-2AAF-445D-90AD-8B1DBB230D2C}" sibTransId="{65B01626-434B-45B7-98E9-363B3D899435}"/>
    <dgm:cxn modelId="{F64C5C88-BBB9-4C54-96A2-2ADC1A096FB9}" srcId="{14416E02-BDFE-4C86-A1F6-BB0893158850}" destId="{A60C3E9E-6EF2-4037-ABB1-C15E24E7AF89}" srcOrd="4" destOrd="0" parTransId="{3B51A04B-9EE8-4149-BCD5-1818C20B42E2}" sibTransId="{B4CF6C07-658C-4623-AD95-01619C5E86E0}"/>
    <dgm:cxn modelId="{10F35B1F-80FB-4345-9380-683476E2C840}" type="presOf" srcId="{14416E02-BDFE-4C86-A1F6-BB0893158850}" destId="{AAECC00A-BDA8-43EF-8B29-F802CD3723B1}" srcOrd="0" destOrd="0" presId="urn:microsoft.com/office/officeart/2005/8/layout/radial6"/>
    <dgm:cxn modelId="{7CAB5611-A193-4ECA-A12A-A149340A60E7}" srcId="{14416E02-BDFE-4C86-A1F6-BB0893158850}" destId="{601FA5B0-F07E-47A0-8FED-3574C3087772}" srcOrd="0" destOrd="0" parTransId="{7814E274-C22A-4B20-B59D-3B9A3858ACD6}" sibTransId="{1290CFD1-BC1C-42FD-936F-24A55A62AE81}"/>
    <dgm:cxn modelId="{A55087C5-FD4D-40C8-B3BD-1EE9AFD95260}" srcId="{FD72C1BA-3158-475B-8130-3596432CFBE9}" destId="{14416E02-BDFE-4C86-A1F6-BB0893158850}" srcOrd="0" destOrd="0" parTransId="{021220DF-246B-4753-ADBA-9D7F96C8196C}" sibTransId="{55850968-7708-4316-81D1-F9AD8AF92710}"/>
    <dgm:cxn modelId="{AAC4361C-445F-4085-9136-ED91DBA37391}" type="presOf" srcId="{52731EC0-AC62-4F12-8806-7D336CD7325F}" destId="{803004B9-6026-4C6B-BC03-2BABB5B3FA7B}" srcOrd="0" destOrd="0" presId="urn:microsoft.com/office/officeart/2005/8/layout/radial6"/>
    <dgm:cxn modelId="{B7AA4CCD-ECD0-4B6C-B33D-23192818078E}" type="presOf" srcId="{3D4BCA34-348B-4749-BD85-D676C25C672D}" destId="{588A0D72-4F2A-451C-8271-E40946B1C8BF}" srcOrd="0" destOrd="0" presId="urn:microsoft.com/office/officeart/2005/8/layout/radial6"/>
    <dgm:cxn modelId="{679641B2-744A-4CF7-B5CA-E4EBF063ED83}" type="presOf" srcId="{601FA5B0-F07E-47A0-8FED-3574C3087772}" destId="{057899FB-F4A2-40BA-9F99-C1ECD67CF3A2}" srcOrd="0" destOrd="0" presId="urn:microsoft.com/office/officeart/2005/8/layout/radial6"/>
    <dgm:cxn modelId="{C41391B1-7B14-4E58-B53D-1959296C80BE}" type="presOf" srcId="{65B01626-434B-45B7-98E9-363B3D899435}" destId="{DBB7A3FD-0F01-45F1-A13D-4A61F8054EB7}" srcOrd="0" destOrd="0" presId="urn:microsoft.com/office/officeart/2005/8/layout/radial6"/>
    <dgm:cxn modelId="{61E221E2-E57E-461F-8CED-7BAD277F5725}" srcId="{14416E02-BDFE-4C86-A1F6-BB0893158850}" destId="{528B6EF3-B303-4563-ACCD-C5B9D1B49F8A}" srcOrd="2" destOrd="0" parTransId="{B3328FF6-EE3F-4BDE-83CD-A06737A5E7A4}" sibTransId="{EE5AA086-0120-4648-A45C-93922DDDCA9A}"/>
    <dgm:cxn modelId="{28CE410E-F822-4CDD-866A-223B042DF574}" type="presOf" srcId="{1290CFD1-BC1C-42FD-936F-24A55A62AE81}" destId="{216B2FA6-6B88-4C76-8257-8561FD7CC9C7}" srcOrd="0" destOrd="0" presId="urn:microsoft.com/office/officeart/2005/8/layout/radial6"/>
    <dgm:cxn modelId="{03123873-31FC-4FC6-B340-5A48F0DC681B}" type="presOf" srcId="{68D72D27-8C10-47D0-9784-070068F33DE1}" destId="{79BD6893-7C4A-45E4-9D7E-80AD7815B4DF}" srcOrd="0" destOrd="0" presId="urn:microsoft.com/office/officeart/2005/8/layout/radial6"/>
    <dgm:cxn modelId="{F8D78D8F-4338-4703-9A8B-A0D993789410}" type="presParOf" srcId="{DDCEA6EF-A75E-425D-95B8-45FD1F6DE9B0}" destId="{AAECC00A-BDA8-43EF-8B29-F802CD3723B1}" srcOrd="0" destOrd="0" presId="urn:microsoft.com/office/officeart/2005/8/layout/radial6"/>
    <dgm:cxn modelId="{0E32679C-9A23-49D2-B23E-E7B316D6CCC2}" type="presParOf" srcId="{DDCEA6EF-A75E-425D-95B8-45FD1F6DE9B0}" destId="{057899FB-F4A2-40BA-9F99-C1ECD67CF3A2}" srcOrd="1" destOrd="0" presId="urn:microsoft.com/office/officeart/2005/8/layout/radial6"/>
    <dgm:cxn modelId="{B3FAC81E-9129-4438-992C-4CF843B7CC4A}" type="presParOf" srcId="{DDCEA6EF-A75E-425D-95B8-45FD1F6DE9B0}" destId="{3640CE5E-3CA6-44CB-AE7C-B31451A3A7F0}" srcOrd="2" destOrd="0" presId="urn:microsoft.com/office/officeart/2005/8/layout/radial6"/>
    <dgm:cxn modelId="{3C3AFE8C-A584-44E4-A795-943922A7D203}" type="presParOf" srcId="{DDCEA6EF-A75E-425D-95B8-45FD1F6DE9B0}" destId="{216B2FA6-6B88-4C76-8257-8561FD7CC9C7}" srcOrd="3" destOrd="0" presId="urn:microsoft.com/office/officeart/2005/8/layout/radial6"/>
    <dgm:cxn modelId="{A0123B9E-E2B0-48D0-8B68-F2E501675FED}" type="presParOf" srcId="{DDCEA6EF-A75E-425D-95B8-45FD1F6DE9B0}" destId="{1098246D-4B4C-42E8-A417-99A0B9C5DC24}" srcOrd="4" destOrd="0" presId="urn:microsoft.com/office/officeart/2005/8/layout/radial6"/>
    <dgm:cxn modelId="{05F0F025-3C5C-47BA-B736-DD965FE22373}" type="presParOf" srcId="{DDCEA6EF-A75E-425D-95B8-45FD1F6DE9B0}" destId="{A7E9E40C-1C0C-4607-946C-0B6291A52490}" srcOrd="5" destOrd="0" presId="urn:microsoft.com/office/officeart/2005/8/layout/radial6"/>
    <dgm:cxn modelId="{EB99EFA3-42A8-4955-B369-E18DA604A5F3}" type="presParOf" srcId="{DDCEA6EF-A75E-425D-95B8-45FD1F6DE9B0}" destId="{DBB7A3FD-0F01-45F1-A13D-4A61F8054EB7}" srcOrd="6" destOrd="0" presId="urn:microsoft.com/office/officeart/2005/8/layout/radial6"/>
    <dgm:cxn modelId="{A605C136-E1B0-4E2C-A6C7-34A19AA3DC73}" type="presParOf" srcId="{DDCEA6EF-A75E-425D-95B8-45FD1F6DE9B0}" destId="{A20BB205-25FF-464D-BA83-F1EC70CD029B}" srcOrd="7" destOrd="0" presId="urn:microsoft.com/office/officeart/2005/8/layout/radial6"/>
    <dgm:cxn modelId="{D200A70E-4CB1-4B0D-BD2C-C1FFCB880279}" type="presParOf" srcId="{DDCEA6EF-A75E-425D-95B8-45FD1F6DE9B0}" destId="{87619385-1900-41BA-A3DC-55CE522AEC5C}" srcOrd="8" destOrd="0" presId="urn:microsoft.com/office/officeart/2005/8/layout/radial6"/>
    <dgm:cxn modelId="{BCA98F48-4668-403F-BC5F-6188BF19C4FA}" type="presParOf" srcId="{DDCEA6EF-A75E-425D-95B8-45FD1F6DE9B0}" destId="{A18530F2-56EF-4483-AAA8-67C0FF9E111C}" srcOrd="9" destOrd="0" presId="urn:microsoft.com/office/officeart/2005/8/layout/radial6"/>
    <dgm:cxn modelId="{48D42AA4-052E-485C-96BB-98FAF77A54C1}" type="presParOf" srcId="{DDCEA6EF-A75E-425D-95B8-45FD1F6DE9B0}" destId="{77C464E2-1C48-49A9-B70A-4BC517EC5CFE}" srcOrd="10" destOrd="0" presId="urn:microsoft.com/office/officeart/2005/8/layout/radial6"/>
    <dgm:cxn modelId="{88541422-FC37-46B8-9841-B4E7EA23C8C2}" type="presParOf" srcId="{DDCEA6EF-A75E-425D-95B8-45FD1F6DE9B0}" destId="{554DED39-DA91-4EC9-900D-171AEB4AE8ED}" srcOrd="11" destOrd="0" presId="urn:microsoft.com/office/officeart/2005/8/layout/radial6"/>
    <dgm:cxn modelId="{55F22134-0045-4C75-9675-AD56D1823B26}" type="presParOf" srcId="{DDCEA6EF-A75E-425D-95B8-45FD1F6DE9B0}" destId="{803004B9-6026-4C6B-BC03-2BABB5B3FA7B}" srcOrd="12" destOrd="0" presId="urn:microsoft.com/office/officeart/2005/8/layout/radial6"/>
    <dgm:cxn modelId="{243AB43B-A32F-4E68-80BC-4B6B30596F68}" type="presParOf" srcId="{DDCEA6EF-A75E-425D-95B8-45FD1F6DE9B0}" destId="{94E76BDB-AAB8-462F-9983-F2A97813528A}" srcOrd="13" destOrd="0" presId="urn:microsoft.com/office/officeart/2005/8/layout/radial6"/>
    <dgm:cxn modelId="{A227DDAC-0512-4DC5-8A60-E66A947EC5AA}" type="presParOf" srcId="{DDCEA6EF-A75E-425D-95B8-45FD1F6DE9B0}" destId="{FF77E6FB-D548-4BCF-B56C-D518B20D88AF}" srcOrd="14" destOrd="0" presId="urn:microsoft.com/office/officeart/2005/8/layout/radial6"/>
    <dgm:cxn modelId="{5FCB0B1E-EDB6-41F9-8A16-EC3F4A2B8394}" type="presParOf" srcId="{DDCEA6EF-A75E-425D-95B8-45FD1F6DE9B0}" destId="{8331643A-8B33-4293-B69D-C51384343EAC}" srcOrd="15" destOrd="0" presId="urn:microsoft.com/office/officeart/2005/8/layout/radial6"/>
    <dgm:cxn modelId="{257BABD9-D315-4223-B66A-CF075FCF50DF}" type="presParOf" srcId="{DDCEA6EF-A75E-425D-95B8-45FD1F6DE9B0}" destId="{588A0D72-4F2A-451C-8271-E40946B1C8BF}" srcOrd="16" destOrd="0" presId="urn:microsoft.com/office/officeart/2005/8/layout/radial6"/>
    <dgm:cxn modelId="{A8AC323D-33A1-456A-938D-EC5A8EB8F4FD}" type="presParOf" srcId="{DDCEA6EF-A75E-425D-95B8-45FD1F6DE9B0}" destId="{33A780A2-E382-4413-B876-2BACEC2655F7}" srcOrd="17" destOrd="0" presId="urn:microsoft.com/office/officeart/2005/8/layout/radial6"/>
    <dgm:cxn modelId="{B15AC7CE-8EAE-4177-B816-533CD1782381}" type="presParOf" srcId="{DDCEA6EF-A75E-425D-95B8-45FD1F6DE9B0}" destId="{79BD6893-7C4A-45E4-9D7E-80AD7815B4DF}" srcOrd="18"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5CCE15F-C51A-42E0-8C82-23E7386AF171}" type="doc">
      <dgm:prSet loTypeId="urn:microsoft.com/office/officeart/2005/8/layout/hProcess9" loCatId="process" qsTypeId="urn:microsoft.com/office/officeart/2005/8/quickstyle/simple1" qsCatId="simple" csTypeId="urn:microsoft.com/office/officeart/2005/8/colors/accent5_2" csCatId="accent5" phldr="1"/>
      <dgm:spPr/>
    </dgm:pt>
    <dgm:pt modelId="{FA60A93C-1193-452C-BA27-9726211DA8CB}">
      <dgm:prSet phldrT="[文字]"/>
      <dgm:spPr/>
      <dgm:t>
        <a:bodyPr/>
        <a:lstStyle/>
        <a:p>
          <a:r>
            <a:rPr lang="zh-TW" altLang="en-US" b="1" dirty="0" smtClean="0">
              <a:latin typeface="華康華綜體W5(P)" pitchFamily="34" charset="-120"/>
              <a:ea typeface="華康華綜體W5(P)" pitchFamily="34" charset="-120"/>
            </a:rPr>
            <a:t>校內交流團隊共備籌備會議</a:t>
          </a:r>
          <a:endParaRPr lang="zh-TW" altLang="en-US" b="1" dirty="0">
            <a:latin typeface="華康華綜體W5(P)" pitchFamily="34" charset="-120"/>
            <a:ea typeface="華康華綜體W5(P)" pitchFamily="34" charset="-120"/>
          </a:endParaRPr>
        </a:p>
      </dgm:t>
    </dgm:pt>
    <dgm:pt modelId="{BD39A652-0572-40CF-8E78-EC99FA7C2B26}" type="parTrans" cxnId="{3DEAFCF3-A404-4ED0-AB9C-457936165CD4}">
      <dgm:prSet/>
      <dgm:spPr/>
      <dgm:t>
        <a:bodyPr/>
        <a:lstStyle/>
        <a:p>
          <a:endParaRPr lang="zh-TW" altLang="en-US" b="1">
            <a:latin typeface="華康華綜體W5(P)" pitchFamily="34" charset="-120"/>
            <a:ea typeface="華康華綜體W5(P)" pitchFamily="34" charset="-120"/>
          </a:endParaRPr>
        </a:p>
      </dgm:t>
    </dgm:pt>
    <dgm:pt modelId="{BE64CF5B-6722-4DE8-9703-41D9C334B693}" type="sibTrans" cxnId="{3DEAFCF3-A404-4ED0-AB9C-457936165CD4}">
      <dgm:prSet/>
      <dgm:spPr/>
      <dgm:t>
        <a:bodyPr/>
        <a:lstStyle/>
        <a:p>
          <a:endParaRPr lang="zh-TW" altLang="en-US" b="1">
            <a:latin typeface="華康華綜體W5(P)" pitchFamily="34" charset="-120"/>
            <a:ea typeface="華康華綜體W5(P)" pitchFamily="34" charset="-120"/>
          </a:endParaRPr>
        </a:p>
      </dgm:t>
    </dgm:pt>
    <dgm:pt modelId="{2C17024C-1429-483A-9377-7D24F07380F1}">
      <dgm:prSet phldrT="[文字]"/>
      <dgm:spPr/>
      <dgm:t>
        <a:bodyPr/>
        <a:lstStyle/>
        <a:p>
          <a:r>
            <a:rPr lang="zh-TW" altLang="en-US" b="1" dirty="0" smtClean="0">
              <a:latin typeface="華康華綜體W5(P)" pitchFamily="34" charset="-120"/>
              <a:ea typeface="華康華綜體W5(P)" pitchFamily="34" charset="-120"/>
            </a:rPr>
            <a:t>與美國跨國視訊會議與共備</a:t>
          </a:r>
          <a:endParaRPr lang="zh-TW" altLang="en-US" b="1" dirty="0">
            <a:latin typeface="華康華綜體W5(P)" pitchFamily="34" charset="-120"/>
            <a:ea typeface="華康華綜體W5(P)" pitchFamily="34" charset="-120"/>
          </a:endParaRPr>
        </a:p>
      </dgm:t>
    </dgm:pt>
    <dgm:pt modelId="{481C1418-FBB3-459D-90C6-C645910B2F91}" type="parTrans" cxnId="{EE366DEB-64C9-4C01-9DBE-2E9F0C802D17}">
      <dgm:prSet/>
      <dgm:spPr/>
      <dgm:t>
        <a:bodyPr/>
        <a:lstStyle/>
        <a:p>
          <a:endParaRPr lang="zh-TW" altLang="en-US" b="1">
            <a:latin typeface="華康華綜體W5(P)" pitchFamily="34" charset="-120"/>
            <a:ea typeface="華康華綜體W5(P)" pitchFamily="34" charset="-120"/>
          </a:endParaRPr>
        </a:p>
      </dgm:t>
    </dgm:pt>
    <dgm:pt modelId="{266AA42F-A808-4979-AE7A-2F2045D2902E}" type="sibTrans" cxnId="{EE366DEB-64C9-4C01-9DBE-2E9F0C802D17}">
      <dgm:prSet/>
      <dgm:spPr/>
      <dgm:t>
        <a:bodyPr/>
        <a:lstStyle/>
        <a:p>
          <a:endParaRPr lang="zh-TW" altLang="en-US" b="1">
            <a:latin typeface="華康華綜體W5(P)" pitchFamily="34" charset="-120"/>
            <a:ea typeface="華康華綜體W5(P)" pitchFamily="34" charset="-120"/>
          </a:endParaRPr>
        </a:p>
      </dgm:t>
    </dgm:pt>
    <dgm:pt modelId="{9405E204-1829-4E9A-935B-B95FD74F7FB0}">
      <dgm:prSet phldrT="[文字]"/>
      <dgm:spPr/>
      <dgm:t>
        <a:bodyPr/>
        <a:lstStyle/>
        <a:p>
          <a:r>
            <a:rPr lang="zh-TW" altLang="en-US" b="1" dirty="0" smtClean="0">
              <a:latin typeface="華康華綜體W5(P)" pitchFamily="34" charset="-120"/>
              <a:ea typeface="華康華綜體W5(P)" pitchFamily="34" charset="-120"/>
            </a:rPr>
            <a:t>籌辦研習與規劃後續線上課程內容</a:t>
          </a:r>
          <a:endParaRPr lang="zh-TW" altLang="en-US" b="1" dirty="0">
            <a:latin typeface="華康華綜體W5(P)" pitchFamily="34" charset="-120"/>
            <a:ea typeface="華康華綜體W5(P)" pitchFamily="34" charset="-120"/>
          </a:endParaRPr>
        </a:p>
      </dgm:t>
    </dgm:pt>
    <dgm:pt modelId="{BA8AE0DF-5631-455D-8E7F-C3D3D5062DD7}" type="parTrans" cxnId="{238D1CEA-BC34-4D1F-89AA-EB59E2118254}">
      <dgm:prSet/>
      <dgm:spPr/>
      <dgm:t>
        <a:bodyPr/>
        <a:lstStyle/>
        <a:p>
          <a:endParaRPr lang="zh-TW" altLang="en-US" b="1">
            <a:latin typeface="華康華綜體W5(P)" pitchFamily="34" charset="-120"/>
            <a:ea typeface="華康華綜體W5(P)" pitchFamily="34" charset="-120"/>
          </a:endParaRPr>
        </a:p>
      </dgm:t>
    </dgm:pt>
    <dgm:pt modelId="{AD243F63-9C70-4ED2-B326-59A4A98CB49F}" type="sibTrans" cxnId="{238D1CEA-BC34-4D1F-89AA-EB59E2118254}">
      <dgm:prSet/>
      <dgm:spPr/>
      <dgm:t>
        <a:bodyPr/>
        <a:lstStyle/>
        <a:p>
          <a:endParaRPr lang="zh-TW" altLang="en-US" b="1">
            <a:latin typeface="華康華綜體W5(P)" pitchFamily="34" charset="-120"/>
            <a:ea typeface="華康華綜體W5(P)" pitchFamily="34" charset="-120"/>
          </a:endParaRPr>
        </a:p>
      </dgm:t>
    </dgm:pt>
    <dgm:pt modelId="{8E835BB1-6683-4F76-B64E-52D379D66209}">
      <dgm:prSet/>
      <dgm:spPr/>
      <dgm:t>
        <a:bodyPr/>
        <a:lstStyle/>
        <a:p>
          <a:r>
            <a:rPr lang="zh-TW" altLang="en-US" b="1" dirty="0" smtClean="0">
              <a:latin typeface="華康華綜體W5(P)" pitchFamily="34" charset="-120"/>
              <a:ea typeface="華康華綜體W5(P)" pitchFamily="34" charset="-120"/>
            </a:rPr>
            <a:t>辦理校外參訪教學活動</a:t>
          </a:r>
          <a:endParaRPr lang="zh-TW" altLang="en-US" b="1" dirty="0">
            <a:latin typeface="華康華綜體W5(P)" pitchFamily="34" charset="-120"/>
            <a:ea typeface="華康華綜體W5(P)" pitchFamily="34" charset="-120"/>
          </a:endParaRPr>
        </a:p>
      </dgm:t>
    </dgm:pt>
    <dgm:pt modelId="{6427D8B7-E547-47AC-A5B7-23D082A2830D}" type="parTrans" cxnId="{B285B646-D7EF-425A-8359-FDDC58047410}">
      <dgm:prSet/>
      <dgm:spPr/>
      <dgm:t>
        <a:bodyPr/>
        <a:lstStyle/>
        <a:p>
          <a:endParaRPr lang="zh-TW" altLang="en-US" b="1">
            <a:latin typeface="華康華綜體W5(P)" pitchFamily="34" charset="-120"/>
            <a:ea typeface="華康華綜體W5(P)" pitchFamily="34" charset="-120"/>
          </a:endParaRPr>
        </a:p>
      </dgm:t>
    </dgm:pt>
    <dgm:pt modelId="{92B1A074-F1EF-4A3E-A9D2-D457D964A4C0}" type="sibTrans" cxnId="{B285B646-D7EF-425A-8359-FDDC58047410}">
      <dgm:prSet/>
      <dgm:spPr/>
      <dgm:t>
        <a:bodyPr/>
        <a:lstStyle/>
        <a:p>
          <a:endParaRPr lang="zh-TW" altLang="en-US" b="1">
            <a:latin typeface="華康華綜體W5(P)" pitchFamily="34" charset="-120"/>
            <a:ea typeface="華康華綜體W5(P)" pitchFamily="34" charset="-120"/>
          </a:endParaRPr>
        </a:p>
      </dgm:t>
    </dgm:pt>
    <dgm:pt modelId="{D7EE74DA-FE6A-47AE-A77B-1074B4C2B484}">
      <dgm:prSet/>
      <dgm:spPr/>
      <dgm:t>
        <a:bodyPr/>
        <a:lstStyle/>
        <a:p>
          <a:r>
            <a:rPr lang="zh-TW" altLang="en-US" b="1" dirty="0" smtClean="0">
              <a:latin typeface="華康華綜體W5(P)" pitchFamily="34" charset="-120"/>
              <a:ea typeface="華康華綜體W5(P)" pitchFamily="34" charset="-120"/>
            </a:rPr>
            <a:t>與</a:t>
          </a:r>
          <a:r>
            <a:rPr lang="en-US" altLang="zh-TW" b="1" dirty="0" smtClean="0">
              <a:latin typeface="華康華綜體W5(P)" pitchFamily="34" charset="-120"/>
              <a:ea typeface="華康華綜體W5(P)" pitchFamily="34" charset="-120"/>
            </a:rPr>
            <a:t>Headwaters</a:t>
          </a:r>
          <a:r>
            <a:rPr lang="zh-TW" altLang="en-US" b="1" dirty="0" smtClean="0">
              <a:latin typeface="華康華綜體W5(P)" pitchFamily="34" charset="-120"/>
              <a:ea typeface="華康華綜體W5(P)" pitchFamily="34" charset="-120"/>
            </a:rPr>
            <a:t>線上課程交流活動</a:t>
          </a:r>
          <a:r>
            <a:rPr lang="en-US" altLang="zh-TW" b="1" dirty="0" smtClean="0">
              <a:latin typeface="華康華綜體W5(P)" pitchFamily="34" charset="-120"/>
              <a:ea typeface="華康華綜體W5(P)" pitchFamily="34" charset="-120"/>
            </a:rPr>
            <a:t>2</a:t>
          </a:r>
          <a:endParaRPr lang="zh-TW" altLang="en-US" b="1" dirty="0">
            <a:latin typeface="華康華綜體W5(P)" pitchFamily="34" charset="-120"/>
            <a:ea typeface="華康華綜體W5(P)" pitchFamily="34" charset="-120"/>
          </a:endParaRPr>
        </a:p>
      </dgm:t>
    </dgm:pt>
    <dgm:pt modelId="{45820E46-866A-437A-8924-AA069E3F00AD}" type="parTrans" cxnId="{B6BC6F3B-C319-4050-AD80-098BC12170AA}">
      <dgm:prSet/>
      <dgm:spPr/>
      <dgm:t>
        <a:bodyPr/>
        <a:lstStyle/>
        <a:p>
          <a:endParaRPr lang="zh-TW" altLang="en-US" b="1">
            <a:latin typeface="華康華綜體W5(P)" pitchFamily="34" charset="-120"/>
            <a:ea typeface="華康華綜體W5(P)" pitchFamily="34" charset="-120"/>
          </a:endParaRPr>
        </a:p>
      </dgm:t>
    </dgm:pt>
    <dgm:pt modelId="{58518ED9-7861-46B2-B9A4-93D0F05EE029}" type="sibTrans" cxnId="{B6BC6F3B-C319-4050-AD80-098BC12170AA}">
      <dgm:prSet/>
      <dgm:spPr/>
      <dgm:t>
        <a:bodyPr/>
        <a:lstStyle/>
        <a:p>
          <a:endParaRPr lang="zh-TW" altLang="en-US" b="1">
            <a:latin typeface="華康華綜體W5(P)" pitchFamily="34" charset="-120"/>
            <a:ea typeface="華康華綜體W5(P)" pitchFamily="34" charset="-120"/>
          </a:endParaRPr>
        </a:p>
      </dgm:t>
    </dgm:pt>
    <dgm:pt modelId="{9035F70A-8B5C-461F-BDC9-D3A288D8265A}">
      <dgm:prSet/>
      <dgm:spPr/>
      <dgm:t>
        <a:bodyPr/>
        <a:lstStyle/>
        <a:p>
          <a:r>
            <a:rPr lang="zh-TW" altLang="en-US" b="1" dirty="0" smtClean="0">
              <a:latin typeface="華康華綜體W5(P)" pitchFamily="34" charset="-120"/>
              <a:ea typeface="華康華綜體W5(P)" pitchFamily="34" charset="-120"/>
            </a:rPr>
            <a:t>與</a:t>
          </a:r>
          <a:r>
            <a:rPr lang="en-US" altLang="zh-TW" b="1" dirty="0" smtClean="0">
              <a:latin typeface="華康華綜體W5(P)" pitchFamily="34" charset="-120"/>
              <a:ea typeface="華康華綜體W5(P)" pitchFamily="34" charset="-120"/>
            </a:rPr>
            <a:t>Headwaters</a:t>
          </a:r>
          <a:r>
            <a:rPr lang="zh-TW" altLang="en-US" b="1" dirty="0" smtClean="0">
              <a:latin typeface="華康華綜體W5(P)" pitchFamily="34" charset="-120"/>
              <a:ea typeface="華康華綜體W5(P)" pitchFamily="34" charset="-120"/>
            </a:rPr>
            <a:t>線上課程交流活動</a:t>
          </a:r>
          <a:r>
            <a:rPr lang="en-US" altLang="zh-TW" b="1" dirty="0" smtClean="0">
              <a:latin typeface="華康華綜體W5(P)" pitchFamily="34" charset="-120"/>
              <a:ea typeface="華康華綜體W5(P)" pitchFamily="34" charset="-120"/>
            </a:rPr>
            <a:t>1</a:t>
          </a:r>
          <a:endParaRPr lang="zh-TW" altLang="en-US" b="1" dirty="0">
            <a:latin typeface="華康華綜體W5(P)" pitchFamily="34" charset="-120"/>
            <a:ea typeface="華康華綜體W5(P)" pitchFamily="34" charset="-120"/>
          </a:endParaRPr>
        </a:p>
      </dgm:t>
    </dgm:pt>
    <dgm:pt modelId="{A9B1EB37-3858-439D-B323-C67FCFC2AC76}" type="parTrans" cxnId="{B2F24517-D44E-4B45-9251-F4804D769E22}">
      <dgm:prSet/>
      <dgm:spPr/>
      <dgm:t>
        <a:bodyPr/>
        <a:lstStyle/>
        <a:p>
          <a:endParaRPr lang="zh-TW" altLang="en-US" b="1">
            <a:latin typeface="華康華綜體W5(P)" pitchFamily="34" charset="-120"/>
            <a:ea typeface="華康華綜體W5(P)" pitchFamily="34" charset="-120"/>
          </a:endParaRPr>
        </a:p>
      </dgm:t>
    </dgm:pt>
    <dgm:pt modelId="{72F80054-B9E0-447C-8915-36F92FB5C7FF}" type="sibTrans" cxnId="{B2F24517-D44E-4B45-9251-F4804D769E22}">
      <dgm:prSet/>
      <dgm:spPr/>
      <dgm:t>
        <a:bodyPr/>
        <a:lstStyle/>
        <a:p>
          <a:endParaRPr lang="zh-TW" altLang="en-US" b="1">
            <a:latin typeface="華康華綜體W5(P)" pitchFamily="34" charset="-120"/>
            <a:ea typeface="華康華綜體W5(P)" pitchFamily="34" charset="-120"/>
          </a:endParaRPr>
        </a:p>
      </dgm:t>
    </dgm:pt>
    <dgm:pt modelId="{6A0E954B-FF02-4D25-A9BD-977C8E8006EE}">
      <dgm:prSet/>
      <dgm:spPr/>
      <dgm:t>
        <a:bodyPr/>
        <a:lstStyle/>
        <a:p>
          <a:r>
            <a:rPr lang="zh-TW" altLang="en-US" b="1" dirty="0" smtClean="0">
              <a:latin typeface="華康華綜體W5(P)" pitchFamily="34" charset="-120"/>
              <a:ea typeface="華康華綜體W5(P)" pitchFamily="34" charset="-120"/>
            </a:rPr>
            <a:t>課程執行及線上非同步交流互動</a:t>
          </a:r>
          <a:endParaRPr lang="en-US" altLang="zh-TW" b="1" dirty="0" smtClean="0">
            <a:latin typeface="華康華綜體W5(P)" pitchFamily="34" charset="-120"/>
            <a:ea typeface="華康華綜體W5(P)" pitchFamily="34" charset="-120"/>
          </a:endParaRPr>
        </a:p>
      </dgm:t>
    </dgm:pt>
    <dgm:pt modelId="{4CA80B1A-438D-438D-AAD6-3C0967E6BE23}" type="sibTrans" cxnId="{786717A7-3A31-4736-89DD-6032C05EF34E}">
      <dgm:prSet/>
      <dgm:spPr/>
      <dgm:t>
        <a:bodyPr/>
        <a:lstStyle/>
        <a:p>
          <a:endParaRPr lang="zh-TW" altLang="en-US" b="1">
            <a:latin typeface="華康華綜體W5(P)" pitchFamily="34" charset="-120"/>
            <a:ea typeface="華康華綜體W5(P)" pitchFamily="34" charset="-120"/>
          </a:endParaRPr>
        </a:p>
      </dgm:t>
    </dgm:pt>
    <dgm:pt modelId="{0390689B-281B-4ECB-A606-A8777F115E9A}" type="parTrans" cxnId="{786717A7-3A31-4736-89DD-6032C05EF34E}">
      <dgm:prSet/>
      <dgm:spPr/>
      <dgm:t>
        <a:bodyPr/>
        <a:lstStyle/>
        <a:p>
          <a:endParaRPr lang="zh-TW" altLang="en-US" b="1">
            <a:latin typeface="華康華綜體W5(P)" pitchFamily="34" charset="-120"/>
            <a:ea typeface="華康華綜體W5(P)" pitchFamily="34" charset="-120"/>
          </a:endParaRPr>
        </a:p>
      </dgm:t>
    </dgm:pt>
    <dgm:pt modelId="{05FE9D36-7D6D-4D88-9AD0-7626E7ECA857}" type="pres">
      <dgm:prSet presAssocID="{F5CCE15F-C51A-42E0-8C82-23E7386AF171}" presName="CompostProcess" presStyleCnt="0">
        <dgm:presLayoutVars>
          <dgm:dir/>
          <dgm:resizeHandles val="exact"/>
        </dgm:presLayoutVars>
      </dgm:prSet>
      <dgm:spPr/>
    </dgm:pt>
    <dgm:pt modelId="{4611C5DF-4270-4AE5-9AB8-EB20597DA33D}" type="pres">
      <dgm:prSet presAssocID="{F5CCE15F-C51A-42E0-8C82-23E7386AF171}" presName="arrow" presStyleLbl="bgShp" presStyleIdx="0" presStyleCnt="1"/>
      <dgm:spPr/>
    </dgm:pt>
    <dgm:pt modelId="{B8BF4698-2610-46F3-96B5-9B61517422D6}" type="pres">
      <dgm:prSet presAssocID="{F5CCE15F-C51A-42E0-8C82-23E7386AF171}" presName="linearProcess" presStyleCnt="0"/>
      <dgm:spPr/>
    </dgm:pt>
    <dgm:pt modelId="{144BEEA9-B7AF-4631-8710-D8037C0902BA}" type="pres">
      <dgm:prSet presAssocID="{FA60A93C-1193-452C-BA27-9726211DA8CB}" presName="textNode" presStyleLbl="node1" presStyleIdx="0" presStyleCnt="7">
        <dgm:presLayoutVars>
          <dgm:bulletEnabled val="1"/>
        </dgm:presLayoutVars>
      </dgm:prSet>
      <dgm:spPr/>
      <dgm:t>
        <a:bodyPr/>
        <a:lstStyle/>
        <a:p>
          <a:endParaRPr lang="zh-TW" altLang="en-US"/>
        </a:p>
      </dgm:t>
    </dgm:pt>
    <dgm:pt modelId="{88ABFA53-90C2-4385-812B-53C803C81427}" type="pres">
      <dgm:prSet presAssocID="{BE64CF5B-6722-4DE8-9703-41D9C334B693}" presName="sibTrans" presStyleCnt="0"/>
      <dgm:spPr/>
    </dgm:pt>
    <dgm:pt modelId="{5BCC6960-77EB-44A0-B043-2A01665DB2A4}" type="pres">
      <dgm:prSet presAssocID="{2C17024C-1429-483A-9377-7D24F07380F1}" presName="textNode" presStyleLbl="node1" presStyleIdx="1" presStyleCnt="7">
        <dgm:presLayoutVars>
          <dgm:bulletEnabled val="1"/>
        </dgm:presLayoutVars>
      </dgm:prSet>
      <dgm:spPr/>
      <dgm:t>
        <a:bodyPr/>
        <a:lstStyle/>
        <a:p>
          <a:endParaRPr lang="zh-TW" altLang="en-US"/>
        </a:p>
      </dgm:t>
    </dgm:pt>
    <dgm:pt modelId="{DFCCBA5E-3DE0-40AB-A7AB-B7A246833D25}" type="pres">
      <dgm:prSet presAssocID="{266AA42F-A808-4979-AE7A-2F2045D2902E}" presName="sibTrans" presStyleCnt="0"/>
      <dgm:spPr/>
    </dgm:pt>
    <dgm:pt modelId="{8C1A3274-EA57-481C-B074-665B360D80D6}" type="pres">
      <dgm:prSet presAssocID="{6A0E954B-FF02-4D25-A9BD-977C8E8006EE}" presName="textNode" presStyleLbl="node1" presStyleIdx="2" presStyleCnt="7">
        <dgm:presLayoutVars>
          <dgm:bulletEnabled val="1"/>
        </dgm:presLayoutVars>
      </dgm:prSet>
      <dgm:spPr/>
      <dgm:t>
        <a:bodyPr/>
        <a:lstStyle/>
        <a:p>
          <a:endParaRPr lang="zh-TW" altLang="en-US"/>
        </a:p>
      </dgm:t>
    </dgm:pt>
    <dgm:pt modelId="{E59A6CAE-0ECA-4024-8C9B-9DBB4CA0A46F}" type="pres">
      <dgm:prSet presAssocID="{4CA80B1A-438D-438D-AAD6-3C0967E6BE23}" presName="sibTrans" presStyleCnt="0"/>
      <dgm:spPr/>
    </dgm:pt>
    <dgm:pt modelId="{83B1A495-1868-44C4-84A2-ADD6D2DE7737}" type="pres">
      <dgm:prSet presAssocID="{9035F70A-8B5C-461F-BDC9-D3A288D8265A}" presName="textNode" presStyleLbl="node1" presStyleIdx="3" presStyleCnt="7">
        <dgm:presLayoutVars>
          <dgm:bulletEnabled val="1"/>
        </dgm:presLayoutVars>
      </dgm:prSet>
      <dgm:spPr/>
      <dgm:t>
        <a:bodyPr/>
        <a:lstStyle/>
        <a:p>
          <a:endParaRPr lang="zh-TW" altLang="en-US"/>
        </a:p>
      </dgm:t>
    </dgm:pt>
    <dgm:pt modelId="{66F47470-A879-4E10-A35A-4B576CE07979}" type="pres">
      <dgm:prSet presAssocID="{72F80054-B9E0-447C-8915-36F92FB5C7FF}" presName="sibTrans" presStyleCnt="0"/>
      <dgm:spPr/>
    </dgm:pt>
    <dgm:pt modelId="{F9FA5597-BD87-4BBE-B6FE-2400957EE3F8}" type="pres">
      <dgm:prSet presAssocID="{D7EE74DA-FE6A-47AE-A77B-1074B4C2B484}" presName="textNode" presStyleLbl="node1" presStyleIdx="4" presStyleCnt="7">
        <dgm:presLayoutVars>
          <dgm:bulletEnabled val="1"/>
        </dgm:presLayoutVars>
      </dgm:prSet>
      <dgm:spPr/>
      <dgm:t>
        <a:bodyPr/>
        <a:lstStyle/>
        <a:p>
          <a:endParaRPr lang="zh-TW" altLang="en-US"/>
        </a:p>
      </dgm:t>
    </dgm:pt>
    <dgm:pt modelId="{BAD706EB-96B3-4945-9C2F-0A1112975797}" type="pres">
      <dgm:prSet presAssocID="{58518ED9-7861-46B2-B9A4-93D0F05EE029}" presName="sibTrans" presStyleCnt="0"/>
      <dgm:spPr/>
    </dgm:pt>
    <dgm:pt modelId="{E2910722-74B2-43EA-A24D-23FD6D6794A0}" type="pres">
      <dgm:prSet presAssocID="{8E835BB1-6683-4F76-B64E-52D379D66209}" presName="textNode" presStyleLbl="node1" presStyleIdx="5" presStyleCnt="7">
        <dgm:presLayoutVars>
          <dgm:bulletEnabled val="1"/>
        </dgm:presLayoutVars>
      </dgm:prSet>
      <dgm:spPr/>
      <dgm:t>
        <a:bodyPr/>
        <a:lstStyle/>
        <a:p>
          <a:endParaRPr lang="zh-TW" altLang="en-US"/>
        </a:p>
      </dgm:t>
    </dgm:pt>
    <dgm:pt modelId="{8A7863FE-2414-4049-96D8-337B0BC89AF5}" type="pres">
      <dgm:prSet presAssocID="{92B1A074-F1EF-4A3E-A9D2-D457D964A4C0}" presName="sibTrans" presStyleCnt="0"/>
      <dgm:spPr/>
    </dgm:pt>
    <dgm:pt modelId="{714DF1FB-EB84-4F9F-8E3C-EE8576F198B0}" type="pres">
      <dgm:prSet presAssocID="{9405E204-1829-4E9A-935B-B95FD74F7FB0}" presName="textNode" presStyleLbl="node1" presStyleIdx="6" presStyleCnt="7">
        <dgm:presLayoutVars>
          <dgm:bulletEnabled val="1"/>
        </dgm:presLayoutVars>
      </dgm:prSet>
      <dgm:spPr/>
      <dgm:t>
        <a:bodyPr/>
        <a:lstStyle/>
        <a:p>
          <a:endParaRPr lang="zh-TW" altLang="en-US"/>
        </a:p>
      </dgm:t>
    </dgm:pt>
  </dgm:ptLst>
  <dgm:cxnLst>
    <dgm:cxn modelId="{62443AC9-CDE8-4AD2-A22E-3E746E0C5424}" type="presOf" srcId="{9405E204-1829-4E9A-935B-B95FD74F7FB0}" destId="{714DF1FB-EB84-4F9F-8E3C-EE8576F198B0}" srcOrd="0" destOrd="0" presId="urn:microsoft.com/office/officeart/2005/8/layout/hProcess9"/>
    <dgm:cxn modelId="{786717A7-3A31-4736-89DD-6032C05EF34E}" srcId="{F5CCE15F-C51A-42E0-8C82-23E7386AF171}" destId="{6A0E954B-FF02-4D25-A9BD-977C8E8006EE}" srcOrd="2" destOrd="0" parTransId="{0390689B-281B-4ECB-A606-A8777F115E9A}" sibTransId="{4CA80B1A-438D-438D-AAD6-3C0967E6BE23}"/>
    <dgm:cxn modelId="{EE366DEB-64C9-4C01-9DBE-2E9F0C802D17}" srcId="{F5CCE15F-C51A-42E0-8C82-23E7386AF171}" destId="{2C17024C-1429-483A-9377-7D24F07380F1}" srcOrd="1" destOrd="0" parTransId="{481C1418-FBB3-459D-90C6-C645910B2F91}" sibTransId="{266AA42F-A808-4979-AE7A-2F2045D2902E}"/>
    <dgm:cxn modelId="{9398928A-81F9-4067-BA09-9ECF3BF05BCA}" type="presOf" srcId="{2C17024C-1429-483A-9377-7D24F07380F1}" destId="{5BCC6960-77EB-44A0-B043-2A01665DB2A4}" srcOrd="0" destOrd="0" presId="urn:microsoft.com/office/officeart/2005/8/layout/hProcess9"/>
    <dgm:cxn modelId="{E6F2113D-8CED-48EC-A7EA-5A1429C4C3FC}" type="presOf" srcId="{D7EE74DA-FE6A-47AE-A77B-1074B4C2B484}" destId="{F9FA5597-BD87-4BBE-B6FE-2400957EE3F8}" srcOrd="0" destOrd="0" presId="urn:microsoft.com/office/officeart/2005/8/layout/hProcess9"/>
    <dgm:cxn modelId="{355BC11F-F3C5-434E-A2AC-9C18061AA24C}" type="presOf" srcId="{F5CCE15F-C51A-42E0-8C82-23E7386AF171}" destId="{05FE9D36-7D6D-4D88-9AD0-7626E7ECA857}" srcOrd="0" destOrd="0" presId="urn:microsoft.com/office/officeart/2005/8/layout/hProcess9"/>
    <dgm:cxn modelId="{3DEAFCF3-A404-4ED0-AB9C-457936165CD4}" srcId="{F5CCE15F-C51A-42E0-8C82-23E7386AF171}" destId="{FA60A93C-1193-452C-BA27-9726211DA8CB}" srcOrd="0" destOrd="0" parTransId="{BD39A652-0572-40CF-8E78-EC99FA7C2B26}" sibTransId="{BE64CF5B-6722-4DE8-9703-41D9C334B693}"/>
    <dgm:cxn modelId="{B285B646-D7EF-425A-8359-FDDC58047410}" srcId="{F5CCE15F-C51A-42E0-8C82-23E7386AF171}" destId="{8E835BB1-6683-4F76-B64E-52D379D66209}" srcOrd="5" destOrd="0" parTransId="{6427D8B7-E547-47AC-A5B7-23D082A2830D}" sibTransId="{92B1A074-F1EF-4A3E-A9D2-D457D964A4C0}"/>
    <dgm:cxn modelId="{52251915-5B8B-4398-B25A-490B70A4569C}" type="presOf" srcId="{9035F70A-8B5C-461F-BDC9-D3A288D8265A}" destId="{83B1A495-1868-44C4-84A2-ADD6D2DE7737}" srcOrd="0" destOrd="0" presId="urn:microsoft.com/office/officeart/2005/8/layout/hProcess9"/>
    <dgm:cxn modelId="{D8F5226E-D27D-4EBF-9FD0-DAB6E2F31631}" type="presOf" srcId="{6A0E954B-FF02-4D25-A9BD-977C8E8006EE}" destId="{8C1A3274-EA57-481C-B074-665B360D80D6}" srcOrd="0" destOrd="0" presId="urn:microsoft.com/office/officeart/2005/8/layout/hProcess9"/>
    <dgm:cxn modelId="{8E811F13-3CCD-4584-8F37-DC1E91678F07}" type="presOf" srcId="{FA60A93C-1193-452C-BA27-9726211DA8CB}" destId="{144BEEA9-B7AF-4631-8710-D8037C0902BA}" srcOrd="0" destOrd="0" presId="urn:microsoft.com/office/officeart/2005/8/layout/hProcess9"/>
    <dgm:cxn modelId="{B2F24517-D44E-4B45-9251-F4804D769E22}" srcId="{F5CCE15F-C51A-42E0-8C82-23E7386AF171}" destId="{9035F70A-8B5C-461F-BDC9-D3A288D8265A}" srcOrd="3" destOrd="0" parTransId="{A9B1EB37-3858-439D-B323-C67FCFC2AC76}" sibTransId="{72F80054-B9E0-447C-8915-36F92FB5C7FF}"/>
    <dgm:cxn modelId="{238D1CEA-BC34-4D1F-89AA-EB59E2118254}" srcId="{F5CCE15F-C51A-42E0-8C82-23E7386AF171}" destId="{9405E204-1829-4E9A-935B-B95FD74F7FB0}" srcOrd="6" destOrd="0" parTransId="{BA8AE0DF-5631-455D-8E7F-C3D3D5062DD7}" sibTransId="{AD243F63-9C70-4ED2-B326-59A4A98CB49F}"/>
    <dgm:cxn modelId="{E14AE6C2-2C29-49DB-972D-26FB253A6FE2}" type="presOf" srcId="{8E835BB1-6683-4F76-B64E-52D379D66209}" destId="{E2910722-74B2-43EA-A24D-23FD6D6794A0}" srcOrd="0" destOrd="0" presId="urn:microsoft.com/office/officeart/2005/8/layout/hProcess9"/>
    <dgm:cxn modelId="{B6BC6F3B-C319-4050-AD80-098BC12170AA}" srcId="{F5CCE15F-C51A-42E0-8C82-23E7386AF171}" destId="{D7EE74DA-FE6A-47AE-A77B-1074B4C2B484}" srcOrd="4" destOrd="0" parTransId="{45820E46-866A-437A-8924-AA069E3F00AD}" sibTransId="{58518ED9-7861-46B2-B9A4-93D0F05EE029}"/>
    <dgm:cxn modelId="{BA9AE86C-5651-423C-B381-C4BCC00D99E1}" type="presParOf" srcId="{05FE9D36-7D6D-4D88-9AD0-7626E7ECA857}" destId="{4611C5DF-4270-4AE5-9AB8-EB20597DA33D}" srcOrd="0" destOrd="0" presId="urn:microsoft.com/office/officeart/2005/8/layout/hProcess9"/>
    <dgm:cxn modelId="{C1069C3E-64B6-44EC-86EC-25721D8DC847}" type="presParOf" srcId="{05FE9D36-7D6D-4D88-9AD0-7626E7ECA857}" destId="{B8BF4698-2610-46F3-96B5-9B61517422D6}" srcOrd="1" destOrd="0" presId="urn:microsoft.com/office/officeart/2005/8/layout/hProcess9"/>
    <dgm:cxn modelId="{8BC4EC14-693C-46CE-B478-937E9D74E0E9}" type="presParOf" srcId="{B8BF4698-2610-46F3-96B5-9B61517422D6}" destId="{144BEEA9-B7AF-4631-8710-D8037C0902BA}" srcOrd="0" destOrd="0" presId="urn:microsoft.com/office/officeart/2005/8/layout/hProcess9"/>
    <dgm:cxn modelId="{0E61EDC3-FABC-4168-8D9D-CA3155491A77}" type="presParOf" srcId="{B8BF4698-2610-46F3-96B5-9B61517422D6}" destId="{88ABFA53-90C2-4385-812B-53C803C81427}" srcOrd="1" destOrd="0" presId="urn:microsoft.com/office/officeart/2005/8/layout/hProcess9"/>
    <dgm:cxn modelId="{8C34AAA0-0165-4DB9-8B53-DAF46A6A7C32}" type="presParOf" srcId="{B8BF4698-2610-46F3-96B5-9B61517422D6}" destId="{5BCC6960-77EB-44A0-B043-2A01665DB2A4}" srcOrd="2" destOrd="0" presId="urn:microsoft.com/office/officeart/2005/8/layout/hProcess9"/>
    <dgm:cxn modelId="{1CF6C54E-F77A-434C-8ED5-2EB491CB9452}" type="presParOf" srcId="{B8BF4698-2610-46F3-96B5-9B61517422D6}" destId="{DFCCBA5E-3DE0-40AB-A7AB-B7A246833D25}" srcOrd="3" destOrd="0" presId="urn:microsoft.com/office/officeart/2005/8/layout/hProcess9"/>
    <dgm:cxn modelId="{D2685676-7451-4CBF-91CE-CD4AF602BA0D}" type="presParOf" srcId="{B8BF4698-2610-46F3-96B5-9B61517422D6}" destId="{8C1A3274-EA57-481C-B074-665B360D80D6}" srcOrd="4" destOrd="0" presId="urn:microsoft.com/office/officeart/2005/8/layout/hProcess9"/>
    <dgm:cxn modelId="{088A6819-FA4D-4D91-9864-6B864861FDC7}" type="presParOf" srcId="{B8BF4698-2610-46F3-96B5-9B61517422D6}" destId="{E59A6CAE-0ECA-4024-8C9B-9DBB4CA0A46F}" srcOrd="5" destOrd="0" presId="urn:microsoft.com/office/officeart/2005/8/layout/hProcess9"/>
    <dgm:cxn modelId="{F4785F36-6081-4A51-987F-45944821394F}" type="presParOf" srcId="{B8BF4698-2610-46F3-96B5-9B61517422D6}" destId="{83B1A495-1868-44C4-84A2-ADD6D2DE7737}" srcOrd="6" destOrd="0" presId="urn:microsoft.com/office/officeart/2005/8/layout/hProcess9"/>
    <dgm:cxn modelId="{D1979B59-E6B5-4CC4-8D9C-66F1FF5E1589}" type="presParOf" srcId="{B8BF4698-2610-46F3-96B5-9B61517422D6}" destId="{66F47470-A879-4E10-A35A-4B576CE07979}" srcOrd="7" destOrd="0" presId="urn:microsoft.com/office/officeart/2005/8/layout/hProcess9"/>
    <dgm:cxn modelId="{36E73F97-10FA-4340-BE64-89305AF581FE}" type="presParOf" srcId="{B8BF4698-2610-46F3-96B5-9B61517422D6}" destId="{F9FA5597-BD87-4BBE-B6FE-2400957EE3F8}" srcOrd="8" destOrd="0" presId="urn:microsoft.com/office/officeart/2005/8/layout/hProcess9"/>
    <dgm:cxn modelId="{59BD35D1-BF5F-41EC-B281-225E253624F4}" type="presParOf" srcId="{B8BF4698-2610-46F3-96B5-9B61517422D6}" destId="{BAD706EB-96B3-4945-9C2F-0A1112975797}" srcOrd="9" destOrd="0" presId="urn:microsoft.com/office/officeart/2005/8/layout/hProcess9"/>
    <dgm:cxn modelId="{B8F3D7F7-3765-47CE-A789-B9620A7214AA}" type="presParOf" srcId="{B8BF4698-2610-46F3-96B5-9B61517422D6}" destId="{E2910722-74B2-43EA-A24D-23FD6D6794A0}" srcOrd="10" destOrd="0" presId="urn:microsoft.com/office/officeart/2005/8/layout/hProcess9"/>
    <dgm:cxn modelId="{166DCE26-23B1-4B06-AAC3-11B5009A2C3B}" type="presParOf" srcId="{B8BF4698-2610-46F3-96B5-9B61517422D6}" destId="{8A7863FE-2414-4049-96D8-337B0BC89AF5}" srcOrd="11" destOrd="0" presId="urn:microsoft.com/office/officeart/2005/8/layout/hProcess9"/>
    <dgm:cxn modelId="{856CAAE3-DC01-4459-9459-8CC1DA320296}" type="presParOf" srcId="{B8BF4698-2610-46F3-96B5-9B61517422D6}" destId="{714DF1FB-EB84-4F9F-8E3C-EE8576F198B0}" srcOrd="1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79728-AA90-4330-B809-D9217B55E3B7}">
      <dsp:nvSpPr>
        <dsp:cNvPr id="0" name=""/>
        <dsp:cNvSpPr/>
      </dsp:nvSpPr>
      <dsp:spPr>
        <a:xfrm>
          <a:off x="2171933" y="1951080"/>
          <a:ext cx="317510" cy="1706620"/>
        </a:xfrm>
        <a:custGeom>
          <a:avLst/>
          <a:gdLst/>
          <a:ahLst/>
          <a:cxnLst/>
          <a:rect l="0" t="0" r="0" b="0"/>
          <a:pathLst>
            <a:path>
              <a:moveTo>
                <a:pt x="0" y="0"/>
              </a:moveTo>
              <a:lnTo>
                <a:pt x="158755" y="0"/>
              </a:lnTo>
              <a:lnTo>
                <a:pt x="158755" y="1706620"/>
              </a:lnTo>
              <a:lnTo>
                <a:pt x="317510" y="1706620"/>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CA75D3-C49F-4999-9015-0DAD204CECD6}">
      <dsp:nvSpPr>
        <dsp:cNvPr id="0" name=""/>
        <dsp:cNvSpPr/>
      </dsp:nvSpPr>
      <dsp:spPr>
        <a:xfrm>
          <a:off x="2171933" y="1951080"/>
          <a:ext cx="317510" cy="1023972"/>
        </a:xfrm>
        <a:custGeom>
          <a:avLst/>
          <a:gdLst/>
          <a:ahLst/>
          <a:cxnLst/>
          <a:rect l="0" t="0" r="0" b="0"/>
          <a:pathLst>
            <a:path>
              <a:moveTo>
                <a:pt x="0" y="0"/>
              </a:moveTo>
              <a:lnTo>
                <a:pt x="158755" y="0"/>
              </a:lnTo>
              <a:lnTo>
                <a:pt x="158755" y="1023972"/>
              </a:lnTo>
              <a:lnTo>
                <a:pt x="317510" y="1023972"/>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A984F71-8CDC-4F5C-BFE7-260B1F95FD87}">
      <dsp:nvSpPr>
        <dsp:cNvPr id="0" name=""/>
        <dsp:cNvSpPr/>
      </dsp:nvSpPr>
      <dsp:spPr>
        <a:xfrm>
          <a:off x="2171933" y="1951080"/>
          <a:ext cx="317510" cy="341324"/>
        </a:xfrm>
        <a:custGeom>
          <a:avLst/>
          <a:gdLst/>
          <a:ahLst/>
          <a:cxnLst/>
          <a:rect l="0" t="0" r="0" b="0"/>
          <a:pathLst>
            <a:path>
              <a:moveTo>
                <a:pt x="0" y="0"/>
              </a:moveTo>
              <a:lnTo>
                <a:pt x="158755" y="0"/>
              </a:lnTo>
              <a:lnTo>
                <a:pt x="158755" y="341324"/>
              </a:lnTo>
              <a:lnTo>
                <a:pt x="317510" y="341324"/>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06FBCC-FFA7-497B-AB92-B3A3B33CE8E4}">
      <dsp:nvSpPr>
        <dsp:cNvPr id="0" name=""/>
        <dsp:cNvSpPr/>
      </dsp:nvSpPr>
      <dsp:spPr>
        <a:xfrm>
          <a:off x="2171933" y="1609755"/>
          <a:ext cx="317510" cy="341324"/>
        </a:xfrm>
        <a:custGeom>
          <a:avLst/>
          <a:gdLst/>
          <a:ahLst/>
          <a:cxnLst/>
          <a:rect l="0" t="0" r="0" b="0"/>
          <a:pathLst>
            <a:path>
              <a:moveTo>
                <a:pt x="0" y="341324"/>
              </a:moveTo>
              <a:lnTo>
                <a:pt x="158755" y="341324"/>
              </a:lnTo>
              <a:lnTo>
                <a:pt x="158755" y="0"/>
              </a:lnTo>
              <a:lnTo>
                <a:pt x="317510" y="0"/>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BFA8BC-2E13-4FC9-AF51-A69040B787D7}">
      <dsp:nvSpPr>
        <dsp:cNvPr id="0" name=""/>
        <dsp:cNvSpPr/>
      </dsp:nvSpPr>
      <dsp:spPr>
        <a:xfrm>
          <a:off x="2171933" y="927107"/>
          <a:ext cx="317510" cy="1023972"/>
        </a:xfrm>
        <a:custGeom>
          <a:avLst/>
          <a:gdLst/>
          <a:ahLst/>
          <a:cxnLst/>
          <a:rect l="0" t="0" r="0" b="0"/>
          <a:pathLst>
            <a:path>
              <a:moveTo>
                <a:pt x="0" y="1023972"/>
              </a:moveTo>
              <a:lnTo>
                <a:pt x="158755" y="1023972"/>
              </a:lnTo>
              <a:lnTo>
                <a:pt x="158755" y="0"/>
              </a:lnTo>
              <a:lnTo>
                <a:pt x="317510" y="0"/>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42BB53-EA6C-42A7-AB0A-4C67544156A4}">
      <dsp:nvSpPr>
        <dsp:cNvPr id="0" name=""/>
        <dsp:cNvSpPr/>
      </dsp:nvSpPr>
      <dsp:spPr>
        <a:xfrm>
          <a:off x="2171933" y="244459"/>
          <a:ext cx="317510" cy="1706620"/>
        </a:xfrm>
        <a:custGeom>
          <a:avLst/>
          <a:gdLst/>
          <a:ahLst/>
          <a:cxnLst/>
          <a:rect l="0" t="0" r="0" b="0"/>
          <a:pathLst>
            <a:path>
              <a:moveTo>
                <a:pt x="0" y="1706620"/>
              </a:moveTo>
              <a:lnTo>
                <a:pt x="158755" y="1706620"/>
              </a:lnTo>
              <a:lnTo>
                <a:pt x="158755" y="0"/>
              </a:lnTo>
              <a:lnTo>
                <a:pt x="317510" y="0"/>
              </a:lnTo>
            </a:path>
          </a:pathLst>
        </a:custGeom>
        <a:noFill/>
        <a:ln w="25400" cap="flat" cmpd="sng" algn="ctr">
          <a:solidFill>
            <a:schemeClr val="accent3">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D734AE7-844C-443F-9E6E-451899D05D6F}">
      <dsp:nvSpPr>
        <dsp:cNvPr id="0" name=""/>
        <dsp:cNvSpPr/>
      </dsp:nvSpPr>
      <dsp:spPr>
        <a:xfrm>
          <a:off x="584379" y="1708977"/>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番茄的全球永續之旅－番茄與</a:t>
          </a:r>
          <a:r>
            <a:rPr lang="en-US" altLang="en-US" sz="1300" kern="1200" dirty="0" err="1" smtClean="0">
              <a:latin typeface="華康華綜體W5(P)" pitchFamily="34" charset="-120"/>
              <a:ea typeface="華康華綜體W5(P)" pitchFamily="34" charset="-120"/>
            </a:rPr>
            <a:t>SDGs</a:t>
          </a:r>
          <a:endParaRPr lang="zh-TW" altLang="en-US" sz="1300" kern="1200" dirty="0">
            <a:latin typeface="華康華綜體W5(P)" pitchFamily="34" charset="-120"/>
            <a:ea typeface="華康華綜體W5(P)" pitchFamily="34" charset="-120"/>
          </a:endParaRPr>
        </a:p>
      </dsp:txBody>
      <dsp:txXfrm>
        <a:off x="584379" y="1708977"/>
        <a:ext cx="1587554" cy="484204"/>
      </dsp:txXfrm>
    </dsp:sp>
    <dsp:sp modelId="{916C932A-D764-45D2-81A0-7EECA5BB44B2}">
      <dsp:nvSpPr>
        <dsp:cNvPr id="0" name=""/>
        <dsp:cNvSpPr/>
      </dsp:nvSpPr>
      <dsp:spPr>
        <a:xfrm>
          <a:off x="2489444" y="2357"/>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番茄課程概論與導讀英語科</a:t>
          </a:r>
          <a:endParaRPr lang="zh-TW" altLang="en-US" sz="1300" kern="1200" dirty="0">
            <a:latin typeface="華康華綜體W5(P)" pitchFamily="34" charset="-120"/>
            <a:ea typeface="華康華綜體W5(P)" pitchFamily="34" charset="-120"/>
          </a:endParaRPr>
        </a:p>
      </dsp:txBody>
      <dsp:txXfrm>
        <a:off x="2489444" y="2357"/>
        <a:ext cx="1587554" cy="484204"/>
      </dsp:txXfrm>
    </dsp:sp>
    <dsp:sp modelId="{FA26E3C7-BE96-45CA-8F82-06862021284D}">
      <dsp:nvSpPr>
        <dsp:cNvPr id="0" name=""/>
        <dsp:cNvSpPr/>
      </dsp:nvSpPr>
      <dsp:spPr>
        <a:xfrm>
          <a:off x="2489444" y="685005"/>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番茄與永續農業</a:t>
          </a:r>
          <a:endParaRPr lang="en-US" altLang="zh-TW" sz="1300" kern="1200" dirty="0" smtClean="0">
            <a:latin typeface="華康華綜體W5(P)" pitchFamily="34" charset="-120"/>
            <a:ea typeface="華康華綜體W5(P)" pitchFamily="34" charset="-120"/>
          </a:endParaRPr>
        </a:p>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地理科與校外參訪</a:t>
          </a:r>
          <a:endParaRPr lang="zh-TW" altLang="en-US" sz="1300" kern="1200" dirty="0">
            <a:latin typeface="華康華綜體W5(P)" pitchFamily="34" charset="-120"/>
            <a:ea typeface="華康華綜體W5(P)" pitchFamily="34" charset="-120"/>
          </a:endParaRPr>
        </a:p>
      </dsp:txBody>
      <dsp:txXfrm>
        <a:off x="2489444" y="685005"/>
        <a:ext cx="1587554" cy="484204"/>
      </dsp:txXfrm>
    </dsp:sp>
    <dsp:sp modelId="{736975D7-1F57-4354-9342-1673D8BAEC81}">
      <dsp:nvSpPr>
        <dsp:cNvPr id="0" name=""/>
        <dsp:cNvSpPr/>
      </dsp:nvSpPr>
      <dsp:spPr>
        <a:xfrm>
          <a:off x="2489444" y="1367653"/>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番茄的全球史</a:t>
          </a:r>
          <a:endParaRPr lang="en-US" altLang="zh-TW" sz="1300" kern="1200" dirty="0" smtClean="0">
            <a:latin typeface="華康華綜體W5(P)" pitchFamily="34" charset="-120"/>
            <a:ea typeface="華康華綜體W5(P)" pitchFamily="34" charset="-120"/>
          </a:endParaRPr>
        </a:p>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歷史科</a:t>
          </a:r>
          <a:endParaRPr lang="zh-TW" altLang="en-US" sz="1300" kern="1200" dirty="0">
            <a:latin typeface="華康華綜體W5(P)" pitchFamily="34" charset="-120"/>
            <a:ea typeface="華康華綜體W5(P)" pitchFamily="34" charset="-120"/>
          </a:endParaRPr>
        </a:p>
      </dsp:txBody>
      <dsp:txXfrm>
        <a:off x="2489444" y="1367653"/>
        <a:ext cx="1587554" cy="484204"/>
      </dsp:txXfrm>
    </dsp:sp>
    <dsp:sp modelId="{3BC11EC4-71EA-4E65-91F5-3F083EAE532E}">
      <dsp:nvSpPr>
        <dsp:cNvPr id="0" name=""/>
        <dsp:cNvSpPr/>
      </dsp:nvSpPr>
      <dsp:spPr>
        <a:xfrm>
          <a:off x="2489444" y="2050302"/>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番茄語文學</a:t>
          </a:r>
          <a:endParaRPr lang="en-US" altLang="zh-TW" sz="1300" kern="1200" dirty="0" smtClean="0">
            <a:latin typeface="華康華綜體W5(P)" pitchFamily="34" charset="-120"/>
            <a:ea typeface="華康華綜體W5(P)" pitchFamily="34" charset="-120"/>
          </a:endParaRPr>
        </a:p>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國文科</a:t>
          </a:r>
          <a:endParaRPr lang="zh-TW" altLang="en-US" sz="1300" kern="1200" dirty="0">
            <a:latin typeface="華康華綜體W5(P)" pitchFamily="34" charset="-120"/>
            <a:ea typeface="華康華綜體W5(P)" pitchFamily="34" charset="-120"/>
          </a:endParaRPr>
        </a:p>
      </dsp:txBody>
      <dsp:txXfrm>
        <a:off x="2489444" y="2050302"/>
        <a:ext cx="1587554" cy="484204"/>
      </dsp:txXfrm>
    </dsp:sp>
    <dsp:sp modelId="{E04A969D-9FEA-4B4A-898E-5133C0412434}">
      <dsp:nvSpPr>
        <dsp:cNvPr id="0" name=""/>
        <dsp:cNvSpPr/>
      </dsp:nvSpPr>
      <dsp:spPr>
        <a:xfrm>
          <a:off x="2489444" y="2732950"/>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番茄與科學</a:t>
          </a:r>
          <a:endParaRPr lang="en-US" altLang="zh-TW" sz="1300" kern="1200" dirty="0" smtClean="0">
            <a:latin typeface="華康華綜體W5(P)" pitchFamily="34" charset="-120"/>
            <a:ea typeface="華康華綜體W5(P)" pitchFamily="34" charset="-120"/>
          </a:endParaRPr>
        </a:p>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化學科</a:t>
          </a:r>
          <a:endParaRPr lang="zh-TW" altLang="en-US" sz="1300" kern="1200" dirty="0">
            <a:latin typeface="華康華綜體W5(P)" pitchFamily="34" charset="-120"/>
            <a:ea typeface="華康華綜體W5(P)" pitchFamily="34" charset="-120"/>
          </a:endParaRPr>
        </a:p>
      </dsp:txBody>
      <dsp:txXfrm>
        <a:off x="2489444" y="2732950"/>
        <a:ext cx="1587554" cy="484204"/>
      </dsp:txXfrm>
    </dsp:sp>
    <dsp:sp modelId="{345AC127-EDED-4961-B687-01049C2FDE3E}">
      <dsp:nvSpPr>
        <dsp:cNvPr id="0" name=""/>
        <dsp:cNvSpPr/>
      </dsp:nvSpPr>
      <dsp:spPr>
        <a:xfrm>
          <a:off x="2489444" y="3415598"/>
          <a:ext cx="1587554" cy="48420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番茄料理</a:t>
          </a:r>
          <a:endParaRPr lang="en-US" altLang="zh-TW" sz="1300" kern="1200" dirty="0" smtClean="0">
            <a:latin typeface="華康華綜體W5(P)" pitchFamily="34" charset="-120"/>
            <a:ea typeface="華康華綜體W5(P)" pitchFamily="34" charset="-120"/>
          </a:endParaRPr>
        </a:p>
        <a:p>
          <a:pPr lvl="0" algn="ctr" defTabSz="577850">
            <a:lnSpc>
              <a:spcPct val="90000"/>
            </a:lnSpc>
            <a:spcBef>
              <a:spcPct val="0"/>
            </a:spcBef>
            <a:spcAft>
              <a:spcPct val="35000"/>
            </a:spcAft>
          </a:pPr>
          <a:r>
            <a:rPr lang="zh-TW" altLang="en-US" sz="1300" kern="1200" dirty="0" smtClean="0">
              <a:latin typeface="華康華綜體W5(P)" pitchFamily="34" charset="-120"/>
              <a:ea typeface="華康華綜體W5(P)" pitchFamily="34" charset="-120"/>
            </a:rPr>
            <a:t>公民科</a:t>
          </a:r>
          <a:endParaRPr lang="zh-TW" altLang="en-US" sz="1300" kern="1200" dirty="0">
            <a:latin typeface="華康華綜體W5(P)" pitchFamily="34" charset="-120"/>
            <a:ea typeface="華康華綜體W5(P)" pitchFamily="34" charset="-120"/>
          </a:endParaRPr>
        </a:p>
      </dsp:txBody>
      <dsp:txXfrm>
        <a:off x="2489444" y="3415598"/>
        <a:ext cx="1587554" cy="4842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D6893-7C4A-45E4-9D7E-80AD7815B4DF}">
      <dsp:nvSpPr>
        <dsp:cNvPr id="0" name=""/>
        <dsp:cNvSpPr/>
      </dsp:nvSpPr>
      <dsp:spPr>
        <a:xfrm>
          <a:off x="437536" y="383513"/>
          <a:ext cx="2647315" cy="2647315"/>
        </a:xfrm>
        <a:prstGeom prst="blockArc">
          <a:avLst>
            <a:gd name="adj1" fmla="val 12600000"/>
            <a:gd name="adj2" fmla="val 162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31643A-8B33-4293-B69D-C51384343EAC}">
      <dsp:nvSpPr>
        <dsp:cNvPr id="0" name=""/>
        <dsp:cNvSpPr/>
      </dsp:nvSpPr>
      <dsp:spPr>
        <a:xfrm>
          <a:off x="437536" y="383513"/>
          <a:ext cx="2647315" cy="2647315"/>
        </a:xfrm>
        <a:prstGeom prst="blockArc">
          <a:avLst>
            <a:gd name="adj1" fmla="val 9000000"/>
            <a:gd name="adj2" fmla="val 126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3004B9-6026-4C6B-BC03-2BABB5B3FA7B}">
      <dsp:nvSpPr>
        <dsp:cNvPr id="0" name=""/>
        <dsp:cNvSpPr/>
      </dsp:nvSpPr>
      <dsp:spPr>
        <a:xfrm>
          <a:off x="437536" y="383513"/>
          <a:ext cx="2647315" cy="2647315"/>
        </a:xfrm>
        <a:prstGeom prst="blockArc">
          <a:avLst>
            <a:gd name="adj1" fmla="val 5400000"/>
            <a:gd name="adj2" fmla="val 90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18530F2-56EF-4483-AAA8-67C0FF9E111C}">
      <dsp:nvSpPr>
        <dsp:cNvPr id="0" name=""/>
        <dsp:cNvSpPr/>
      </dsp:nvSpPr>
      <dsp:spPr>
        <a:xfrm>
          <a:off x="437536" y="383513"/>
          <a:ext cx="2647315" cy="2647315"/>
        </a:xfrm>
        <a:prstGeom prst="blockArc">
          <a:avLst>
            <a:gd name="adj1" fmla="val 1800000"/>
            <a:gd name="adj2" fmla="val 54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B7A3FD-0F01-45F1-A13D-4A61F8054EB7}">
      <dsp:nvSpPr>
        <dsp:cNvPr id="0" name=""/>
        <dsp:cNvSpPr/>
      </dsp:nvSpPr>
      <dsp:spPr>
        <a:xfrm>
          <a:off x="437536" y="383513"/>
          <a:ext cx="2647315" cy="2647315"/>
        </a:xfrm>
        <a:prstGeom prst="blockArc">
          <a:avLst>
            <a:gd name="adj1" fmla="val 19800000"/>
            <a:gd name="adj2" fmla="val 18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6B2FA6-6B88-4C76-8257-8561FD7CC9C7}">
      <dsp:nvSpPr>
        <dsp:cNvPr id="0" name=""/>
        <dsp:cNvSpPr/>
      </dsp:nvSpPr>
      <dsp:spPr>
        <a:xfrm>
          <a:off x="437536" y="383513"/>
          <a:ext cx="2647315" cy="2647315"/>
        </a:xfrm>
        <a:prstGeom prst="blockArc">
          <a:avLst>
            <a:gd name="adj1" fmla="val 16200000"/>
            <a:gd name="adj2" fmla="val 19800000"/>
            <a:gd name="adj3" fmla="val 449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AECC00A-BDA8-43EF-8B29-F802CD3723B1}">
      <dsp:nvSpPr>
        <dsp:cNvPr id="0" name=""/>
        <dsp:cNvSpPr/>
      </dsp:nvSpPr>
      <dsp:spPr>
        <a:xfrm>
          <a:off x="1171262" y="1117239"/>
          <a:ext cx="1179862" cy="1179862"/>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TW" altLang="en-US" sz="2000" kern="1200" dirty="0" smtClean="0">
              <a:latin typeface="華康華綜體W5(P)" pitchFamily="34" charset="-120"/>
              <a:ea typeface="華康華綜體W5(P)" pitchFamily="34" charset="-120"/>
            </a:rPr>
            <a:t>番茄與</a:t>
          </a:r>
          <a:r>
            <a:rPr lang="en-US" altLang="zh-TW" sz="2000" kern="1200" dirty="0" err="1" smtClean="0">
              <a:latin typeface="華康華綜體W5(P)" pitchFamily="34" charset="-120"/>
              <a:ea typeface="華康華綜體W5(P)" pitchFamily="34" charset="-120"/>
            </a:rPr>
            <a:t>SDGs</a:t>
          </a:r>
          <a:endParaRPr lang="zh-TW" altLang="en-US" sz="2000" kern="1200" dirty="0">
            <a:latin typeface="華康華綜體W5(P)" pitchFamily="34" charset="-120"/>
            <a:ea typeface="華康華綜體W5(P)" pitchFamily="34" charset="-120"/>
          </a:endParaRPr>
        </a:p>
      </dsp:txBody>
      <dsp:txXfrm>
        <a:off x="1344049" y="1290026"/>
        <a:ext cx="834288" cy="834288"/>
      </dsp:txXfrm>
    </dsp:sp>
    <dsp:sp modelId="{057899FB-F4A2-40BA-9F99-C1ECD67CF3A2}">
      <dsp:nvSpPr>
        <dsp:cNvPr id="0" name=""/>
        <dsp:cNvSpPr/>
      </dsp:nvSpPr>
      <dsp:spPr>
        <a:xfrm>
          <a:off x="1348242" y="294"/>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化學</a:t>
          </a:r>
          <a:endParaRPr lang="zh-TW" altLang="en-US" sz="1900" kern="1200" dirty="0">
            <a:latin typeface="華康華綜體W5(P)" pitchFamily="34" charset="-120"/>
            <a:ea typeface="華康華綜體W5(P)" pitchFamily="34" charset="-120"/>
          </a:endParaRPr>
        </a:p>
      </dsp:txBody>
      <dsp:txXfrm>
        <a:off x="1469193" y="121245"/>
        <a:ext cx="584001" cy="584001"/>
      </dsp:txXfrm>
    </dsp:sp>
    <dsp:sp modelId="{1098246D-4B4C-42E8-A417-99A0B9C5DC24}">
      <dsp:nvSpPr>
        <dsp:cNvPr id="0" name=""/>
        <dsp:cNvSpPr/>
      </dsp:nvSpPr>
      <dsp:spPr>
        <a:xfrm>
          <a:off x="2468814" y="647256"/>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歷史</a:t>
          </a:r>
          <a:endParaRPr lang="zh-TW" altLang="en-US" sz="1900" kern="1200" dirty="0">
            <a:latin typeface="華康華綜體W5(P)" pitchFamily="34" charset="-120"/>
            <a:ea typeface="華康華綜體W5(P)" pitchFamily="34" charset="-120"/>
          </a:endParaRPr>
        </a:p>
      </dsp:txBody>
      <dsp:txXfrm>
        <a:off x="2589765" y="768207"/>
        <a:ext cx="584001" cy="584001"/>
      </dsp:txXfrm>
    </dsp:sp>
    <dsp:sp modelId="{A20BB205-25FF-464D-BA83-F1EC70CD029B}">
      <dsp:nvSpPr>
        <dsp:cNvPr id="0" name=""/>
        <dsp:cNvSpPr/>
      </dsp:nvSpPr>
      <dsp:spPr>
        <a:xfrm>
          <a:off x="2468814" y="1941181"/>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地理</a:t>
          </a:r>
          <a:endParaRPr lang="zh-TW" altLang="en-US" sz="1900" kern="1200" dirty="0">
            <a:latin typeface="華康華綜體W5(P)" pitchFamily="34" charset="-120"/>
            <a:ea typeface="華康華綜體W5(P)" pitchFamily="34" charset="-120"/>
          </a:endParaRPr>
        </a:p>
      </dsp:txBody>
      <dsp:txXfrm>
        <a:off x="2589765" y="2062132"/>
        <a:ext cx="584001" cy="584001"/>
      </dsp:txXfrm>
    </dsp:sp>
    <dsp:sp modelId="{77C464E2-1C48-49A9-B70A-4BC517EC5CFE}">
      <dsp:nvSpPr>
        <dsp:cNvPr id="0" name=""/>
        <dsp:cNvSpPr/>
      </dsp:nvSpPr>
      <dsp:spPr>
        <a:xfrm>
          <a:off x="1348242" y="2588144"/>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國文</a:t>
          </a:r>
          <a:endParaRPr lang="zh-TW" altLang="en-US" sz="1900" kern="1200" dirty="0">
            <a:latin typeface="華康華綜體W5(P)" pitchFamily="34" charset="-120"/>
            <a:ea typeface="華康華綜體W5(P)" pitchFamily="34" charset="-120"/>
          </a:endParaRPr>
        </a:p>
      </dsp:txBody>
      <dsp:txXfrm>
        <a:off x="1469193" y="2709095"/>
        <a:ext cx="584001" cy="584001"/>
      </dsp:txXfrm>
    </dsp:sp>
    <dsp:sp modelId="{94E76BDB-AAB8-462F-9983-F2A97813528A}">
      <dsp:nvSpPr>
        <dsp:cNvPr id="0" name=""/>
        <dsp:cNvSpPr/>
      </dsp:nvSpPr>
      <dsp:spPr>
        <a:xfrm>
          <a:off x="227670" y="1941181"/>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英語</a:t>
          </a:r>
          <a:endParaRPr lang="zh-TW" altLang="en-US" sz="1900" kern="1200" dirty="0">
            <a:latin typeface="華康華綜體W5(P)" pitchFamily="34" charset="-120"/>
            <a:ea typeface="華康華綜體W5(P)" pitchFamily="34" charset="-120"/>
          </a:endParaRPr>
        </a:p>
      </dsp:txBody>
      <dsp:txXfrm>
        <a:off x="348621" y="2062132"/>
        <a:ext cx="584001" cy="584001"/>
      </dsp:txXfrm>
    </dsp:sp>
    <dsp:sp modelId="{588A0D72-4F2A-451C-8271-E40946B1C8BF}">
      <dsp:nvSpPr>
        <dsp:cNvPr id="0" name=""/>
        <dsp:cNvSpPr/>
      </dsp:nvSpPr>
      <dsp:spPr>
        <a:xfrm>
          <a:off x="227670" y="647256"/>
          <a:ext cx="825903" cy="825903"/>
        </a:xfrm>
        <a:prstGeom prst="ellipse">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zh-TW" altLang="en-US" sz="1900" kern="1200" dirty="0" smtClean="0">
              <a:latin typeface="華康華綜體W5(P)" pitchFamily="34" charset="-120"/>
              <a:ea typeface="華康華綜體W5(P)" pitchFamily="34" charset="-120"/>
            </a:rPr>
            <a:t>家政</a:t>
          </a:r>
          <a:endParaRPr lang="zh-TW" altLang="en-US" sz="1900" kern="1200" dirty="0">
            <a:latin typeface="華康華綜體W5(P)" pitchFamily="34" charset="-120"/>
            <a:ea typeface="華康華綜體W5(P)" pitchFamily="34" charset="-120"/>
          </a:endParaRPr>
        </a:p>
      </dsp:txBody>
      <dsp:txXfrm>
        <a:off x="348621" y="768207"/>
        <a:ext cx="584001" cy="5840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11C5DF-4270-4AE5-9AB8-EB20597DA33D}">
      <dsp:nvSpPr>
        <dsp:cNvPr id="0" name=""/>
        <dsp:cNvSpPr/>
      </dsp:nvSpPr>
      <dsp:spPr>
        <a:xfrm>
          <a:off x="685799" y="0"/>
          <a:ext cx="7772400" cy="2301708"/>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4BEEA9-B7AF-4631-8710-D8037C0902BA}">
      <dsp:nvSpPr>
        <dsp:cNvPr id="0" name=""/>
        <dsp:cNvSpPr/>
      </dsp:nvSpPr>
      <dsp:spPr>
        <a:xfrm>
          <a:off x="781"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校內交流團隊共備籌備會議</a:t>
          </a:r>
          <a:endParaRPr lang="zh-TW" altLang="en-US" sz="1300" b="1" kern="1200" dirty="0">
            <a:latin typeface="華康華綜體W5(P)" pitchFamily="34" charset="-120"/>
            <a:ea typeface="華康華綜體W5(P)" pitchFamily="34" charset="-120"/>
          </a:endParaRPr>
        </a:p>
      </dsp:txBody>
      <dsp:txXfrm>
        <a:off x="45725" y="735456"/>
        <a:ext cx="1162500" cy="830795"/>
      </dsp:txXfrm>
    </dsp:sp>
    <dsp:sp modelId="{5BCC6960-77EB-44A0-B043-2A01665DB2A4}">
      <dsp:nvSpPr>
        <dsp:cNvPr id="0" name=""/>
        <dsp:cNvSpPr/>
      </dsp:nvSpPr>
      <dsp:spPr>
        <a:xfrm>
          <a:off x="1315789"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與美國跨國視訊會議與共備</a:t>
          </a:r>
          <a:endParaRPr lang="zh-TW" altLang="en-US" sz="1300" b="1" kern="1200" dirty="0">
            <a:latin typeface="華康華綜體W5(P)" pitchFamily="34" charset="-120"/>
            <a:ea typeface="華康華綜體W5(P)" pitchFamily="34" charset="-120"/>
          </a:endParaRPr>
        </a:p>
      </dsp:txBody>
      <dsp:txXfrm>
        <a:off x="1360733" y="735456"/>
        <a:ext cx="1162500" cy="830795"/>
      </dsp:txXfrm>
    </dsp:sp>
    <dsp:sp modelId="{8C1A3274-EA57-481C-B074-665B360D80D6}">
      <dsp:nvSpPr>
        <dsp:cNvPr id="0" name=""/>
        <dsp:cNvSpPr/>
      </dsp:nvSpPr>
      <dsp:spPr>
        <a:xfrm>
          <a:off x="2630797"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課程執行及線上非同步交流互動</a:t>
          </a:r>
          <a:endParaRPr lang="en-US" altLang="zh-TW" sz="1300" b="1" kern="1200" dirty="0" smtClean="0">
            <a:latin typeface="華康華綜體W5(P)" pitchFamily="34" charset="-120"/>
            <a:ea typeface="華康華綜體W5(P)" pitchFamily="34" charset="-120"/>
          </a:endParaRPr>
        </a:p>
      </dsp:txBody>
      <dsp:txXfrm>
        <a:off x="2675741" y="735456"/>
        <a:ext cx="1162500" cy="830795"/>
      </dsp:txXfrm>
    </dsp:sp>
    <dsp:sp modelId="{83B1A495-1868-44C4-84A2-ADD6D2DE7737}">
      <dsp:nvSpPr>
        <dsp:cNvPr id="0" name=""/>
        <dsp:cNvSpPr/>
      </dsp:nvSpPr>
      <dsp:spPr>
        <a:xfrm>
          <a:off x="3945805"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與</a:t>
          </a:r>
          <a:r>
            <a:rPr lang="en-US" altLang="zh-TW" sz="1300" b="1" kern="1200" dirty="0" smtClean="0">
              <a:latin typeface="華康華綜體W5(P)" pitchFamily="34" charset="-120"/>
              <a:ea typeface="華康華綜體W5(P)" pitchFamily="34" charset="-120"/>
            </a:rPr>
            <a:t>Headwaters</a:t>
          </a:r>
          <a:r>
            <a:rPr lang="zh-TW" altLang="en-US" sz="1300" b="1" kern="1200" dirty="0" smtClean="0">
              <a:latin typeface="華康華綜體W5(P)" pitchFamily="34" charset="-120"/>
              <a:ea typeface="華康華綜體W5(P)" pitchFamily="34" charset="-120"/>
            </a:rPr>
            <a:t>線上課程交流活動</a:t>
          </a:r>
          <a:r>
            <a:rPr lang="en-US" altLang="zh-TW" sz="1300" b="1" kern="1200" dirty="0" smtClean="0">
              <a:latin typeface="華康華綜體W5(P)" pitchFamily="34" charset="-120"/>
              <a:ea typeface="華康華綜體W5(P)" pitchFamily="34" charset="-120"/>
            </a:rPr>
            <a:t>1</a:t>
          </a:r>
          <a:endParaRPr lang="zh-TW" altLang="en-US" sz="1300" b="1" kern="1200" dirty="0">
            <a:latin typeface="華康華綜體W5(P)" pitchFamily="34" charset="-120"/>
            <a:ea typeface="華康華綜體W5(P)" pitchFamily="34" charset="-120"/>
          </a:endParaRPr>
        </a:p>
      </dsp:txBody>
      <dsp:txXfrm>
        <a:off x="3990749" y="735456"/>
        <a:ext cx="1162500" cy="830795"/>
      </dsp:txXfrm>
    </dsp:sp>
    <dsp:sp modelId="{F9FA5597-BD87-4BBE-B6FE-2400957EE3F8}">
      <dsp:nvSpPr>
        <dsp:cNvPr id="0" name=""/>
        <dsp:cNvSpPr/>
      </dsp:nvSpPr>
      <dsp:spPr>
        <a:xfrm>
          <a:off x="5260813"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與</a:t>
          </a:r>
          <a:r>
            <a:rPr lang="en-US" altLang="zh-TW" sz="1300" b="1" kern="1200" dirty="0" smtClean="0">
              <a:latin typeface="華康華綜體W5(P)" pitchFamily="34" charset="-120"/>
              <a:ea typeface="華康華綜體W5(P)" pitchFamily="34" charset="-120"/>
            </a:rPr>
            <a:t>Headwaters</a:t>
          </a:r>
          <a:r>
            <a:rPr lang="zh-TW" altLang="en-US" sz="1300" b="1" kern="1200" dirty="0" smtClean="0">
              <a:latin typeface="華康華綜體W5(P)" pitchFamily="34" charset="-120"/>
              <a:ea typeface="華康華綜體W5(P)" pitchFamily="34" charset="-120"/>
            </a:rPr>
            <a:t>線上課程交流活動</a:t>
          </a:r>
          <a:r>
            <a:rPr lang="en-US" altLang="zh-TW" sz="1300" b="1" kern="1200" dirty="0" smtClean="0">
              <a:latin typeface="華康華綜體W5(P)" pitchFamily="34" charset="-120"/>
              <a:ea typeface="華康華綜體W5(P)" pitchFamily="34" charset="-120"/>
            </a:rPr>
            <a:t>2</a:t>
          </a:r>
          <a:endParaRPr lang="zh-TW" altLang="en-US" sz="1300" b="1" kern="1200" dirty="0">
            <a:latin typeface="華康華綜體W5(P)" pitchFamily="34" charset="-120"/>
            <a:ea typeface="華康華綜體W5(P)" pitchFamily="34" charset="-120"/>
          </a:endParaRPr>
        </a:p>
      </dsp:txBody>
      <dsp:txXfrm>
        <a:off x="5305757" y="735456"/>
        <a:ext cx="1162500" cy="830795"/>
      </dsp:txXfrm>
    </dsp:sp>
    <dsp:sp modelId="{E2910722-74B2-43EA-A24D-23FD6D6794A0}">
      <dsp:nvSpPr>
        <dsp:cNvPr id="0" name=""/>
        <dsp:cNvSpPr/>
      </dsp:nvSpPr>
      <dsp:spPr>
        <a:xfrm>
          <a:off x="6575821"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辦理校外參訪教學活動</a:t>
          </a:r>
          <a:endParaRPr lang="zh-TW" altLang="en-US" sz="1300" b="1" kern="1200" dirty="0">
            <a:latin typeface="華康華綜體W5(P)" pitchFamily="34" charset="-120"/>
            <a:ea typeface="華康華綜體W5(P)" pitchFamily="34" charset="-120"/>
          </a:endParaRPr>
        </a:p>
      </dsp:txBody>
      <dsp:txXfrm>
        <a:off x="6620765" y="735456"/>
        <a:ext cx="1162500" cy="830795"/>
      </dsp:txXfrm>
    </dsp:sp>
    <dsp:sp modelId="{714DF1FB-EB84-4F9F-8E3C-EE8576F198B0}">
      <dsp:nvSpPr>
        <dsp:cNvPr id="0" name=""/>
        <dsp:cNvSpPr/>
      </dsp:nvSpPr>
      <dsp:spPr>
        <a:xfrm>
          <a:off x="7890829" y="690512"/>
          <a:ext cx="1252388" cy="920683"/>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TW" altLang="en-US" sz="1300" b="1" kern="1200" dirty="0" smtClean="0">
              <a:latin typeface="華康華綜體W5(P)" pitchFamily="34" charset="-120"/>
              <a:ea typeface="華康華綜體W5(P)" pitchFamily="34" charset="-120"/>
            </a:rPr>
            <a:t>籌辦研習與規劃後續線上課程內容</a:t>
          </a:r>
          <a:endParaRPr lang="zh-TW" altLang="en-US" sz="1300" b="1" kern="1200" dirty="0">
            <a:latin typeface="華康華綜體W5(P)" pitchFamily="34" charset="-120"/>
            <a:ea typeface="華康華綜體W5(P)" pitchFamily="34" charset="-120"/>
          </a:endParaRPr>
        </a:p>
      </dsp:txBody>
      <dsp:txXfrm>
        <a:off x="7935773" y="735456"/>
        <a:ext cx="1162500" cy="830795"/>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248817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a8ed6478b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a8ed6478b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ab5aea95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ab5aea95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atin typeface="華康華綜體W5(P)" pitchFamily="34" charset="-120"/>
                <a:ea typeface="華康華綜體W5(P)" pitchFamily="34" charset="-120"/>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fld id="{E22D6E6F-CBA5-4CA7-B668-679FAC7C72B5}" type="datetime1">
              <a:rPr lang="zh-TW" altLang="en-US" smtClean="0"/>
              <a:t>2024/5/22</a:t>
            </a:fld>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p:txBody>
          <a:bodyPr/>
          <a:lstStyle/>
          <a:p>
            <a:fld id="{C16A17E3-46CD-4916-A787-14844142749B}" type="slidenum">
              <a:rPr lang="zh-TW" altLang="en-US" smtClean="0"/>
              <a:t>‹#›</a:t>
            </a:fld>
            <a:endParaRPr lang="zh-TW" altLang="en-US"/>
          </a:p>
        </p:txBody>
      </p:sp>
    </p:spTree>
    <p:extLst>
      <p:ext uri="{BB962C8B-B14F-4D97-AF65-F5344CB8AC3E}">
        <p14:creationId xmlns:p14="http://schemas.microsoft.com/office/powerpoint/2010/main" val="3639299166"/>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1">
            <a:lumMod val="20000"/>
            <a:lumOff val="80000"/>
          </a:schemeClr>
        </a:solidFill>
        <a:effectLst/>
      </p:bgPr>
    </p:bg>
    <p:spTree>
      <p:nvGrpSpPr>
        <p:cNvPr id="1" name="Shape 5"/>
        <p:cNvGrpSpPr/>
        <p:nvPr/>
      </p:nvGrpSpPr>
      <p:grpSpPr>
        <a:xfrm>
          <a:off x="0" y="0"/>
          <a:ext cx="0" cy="0"/>
          <a:chOff x="0" y="0"/>
          <a:chExt cx="0" cy="0"/>
        </a:xfrm>
      </p:grpSpPr>
      <p:pic>
        <p:nvPicPr>
          <p:cNvPr id="11" name="Google Shape;91;p13"/>
          <p:cNvPicPr preferRelativeResize="0"/>
          <p:nvPr userDrawn="1"/>
        </p:nvPicPr>
        <p:blipFill rotWithShape="1">
          <a:blip r:embed="rId13">
            <a:alphaModFix/>
          </a:blip>
          <a:srcRect/>
          <a:stretch/>
        </p:blipFill>
        <p:spPr>
          <a:xfrm rot="-2387966">
            <a:off x="743355" y="4482678"/>
            <a:ext cx="570691" cy="928639"/>
          </a:xfrm>
          <a:prstGeom prst="rect">
            <a:avLst/>
          </a:prstGeom>
          <a:noFill/>
          <a:ln>
            <a:noFill/>
          </a:ln>
        </p:spPr>
      </p:pic>
      <p:pic>
        <p:nvPicPr>
          <p:cNvPr id="13" name="Google Shape;89;p13"/>
          <p:cNvPicPr preferRelativeResize="0"/>
          <p:nvPr userDrawn="1"/>
        </p:nvPicPr>
        <p:blipFill rotWithShape="1">
          <a:blip r:embed="rId14">
            <a:alphaModFix/>
          </a:blip>
          <a:srcRect/>
          <a:stretch/>
        </p:blipFill>
        <p:spPr>
          <a:xfrm>
            <a:off x="-974360" y="-1174907"/>
            <a:ext cx="3594655" cy="1843077"/>
          </a:xfrm>
          <a:prstGeom prst="rect">
            <a:avLst/>
          </a:prstGeom>
          <a:noFill/>
          <a:ln>
            <a:noFill/>
          </a:ln>
        </p:spPr>
      </p:pic>
      <p:pic>
        <p:nvPicPr>
          <p:cNvPr id="12" name="Google Shape;84;p13"/>
          <p:cNvPicPr preferRelativeResize="0"/>
          <p:nvPr userDrawn="1"/>
        </p:nvPicPr>
        <p:blipFill rotWithShape="1">
          <a:blip r:embed="rId15">
            <a:alphaModFix/>
          </a:blip>
          <a:srcRect l="28024" r="28029" b="31763"/>
          <a:stretch/>
        </p:blipFill>
        <p:spPr>
          <a:xfrm>
            <a:off x="5343675" y="-3468625"/>
            <a:ext cx="8037000" cy="7019476"/>
          </a:xfrm>
          <a:prstGeom prst="rect">
            <a:avLst/>
          </a:prstGeom>
          <a:noFill/>
          <a:ln>
            <a:noFill/>
          </a:ln>
        </p:spPr>
      </p:pic>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2" name="圖片 1"/>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8019739" y="41112"/>
            <a:ext cx="1065602" cy="1041179"/>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華康儷粗圓(P)" pitchFamily="34" charset="-120"/>
          <a:ea typeface="華康儷粗圓(P)" pitchFamily="34" charset="-120"/>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華康華綜體W5(P)" pitchFamily="34" charset="-120"/>
          <a:ea typeface="華康華綜體W5(P)" pitchFamily="34" charset="-120"/>
          <a:cs typeface="華康儷楷書(P)" pitchFamily="66" charset="-12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jpg"/><Relationship Id="rId2" Type="http://schemas.openxmlformats.org/officeDocument/2006/relationships/image" Target="../media/image13.jpg"/><Relationship Id="rId1" Type="http://schemas.openxmlformats.org/officeDocument/2006/relationships/slideLayout" Target="../slideLayouts/slideLayout10.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26.jpg"/><Relationship Id="rId2" Type="http://schemas.openxmlformats.org/officeDocument/2006/relationships/image" Target="../media/image21.jpg"/><Relationship Id="rId1" Type="http://schemas.openxmlformats.org/officeDocument/2006/relationships/slideLayout" Target="../slideLayouts/slideLayout10.xml"/><Relationship Id="rId6" Type="http://schemas.openxmlformats.org/officeDocument/2006/relationships/image" Target="../media/image25.jpg"/><Relationship Id="rId5" Type="http://schemas.openxmlformats.org/officeDocument/2006/relationships/image" Target="../media/image24.jpg"/><Relationship Id="rId4" Type="http://schemas.openxmlformats.org/officeDocument/2006/relationships/image" Target="../media/image23.jpg"/></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7" Type="http://schemas.openxmlformats.org/officeDocument/2006/relationships/image" Target="../media/image32.jpg"/><Relationship Id="rId2" Type="http://schemas.openxmlformats.org/officeDocument/2006/relationships/image" Target="../media/image27.jpg"/><Relationship Id="rId1" Type="http://schemas.openxmlformats.org/officeDocument/2006/relationships/slideLayout" Target="../slideLayouts/slideLayout10.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jpg"/></Relationships>
</file>

<file path=ppt/slides/_rels/slide1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10.xml"/><Relationship Id="rId5" Type="http://schemas.openxmlformats.org/officeDocument/2006/relationships/image" Target="../media/image36.jpg"/><Relationship Id="rId4" Type="http://schemas.openxmlformats.org/officeDocument/2006/relationships/image" Target="../media/image35.jpg"/></Relationships>
</file>

<file path=ppt/slides/_rels/slide18.xml.rels><?xml version="1.0" encoding="UTF-8" standalone="yes"?>
<Relationships xmlns="http://schemas.openxmlformats.org/package/2006/relationships"><Relationship Id="rId3" Type="http://schemas.openxmlformats.org/officeDocument/2006/relationships/image" Target="../media/image38.jpg"/><Relationship Id="rId7" Type="http://schemas.openxmlformats.org/officeDocument/2006/relationships/image" Target="../media/image42.jpg"/><Relationship Id="rId2" Type="http://schemas.openxmlformats.org/officeDocument/2006/relationships/image" Target="../media/image37.jpg"/><Relationship Id="rId1" Type="http://schemas.openxmlformats.org/officeDocument/2006/relationships/slideLayout" Target="../slideLayouts/slideLayout10.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jpg"/></Relationships>
</file>

<file path=ppt/slides/_rels/slide19.xml.rels><?xml version="1.0" encoding="UTF-8" standalone="yes"?>
<Relationships xmlns="http://schemas.openxmlformats.org/package/2006/relationships"><Relationship Id="rId3" Type="http://schemas.openxmlformats.org/officeDocument/2006/relationships/image" Target="../media/image44.jpg"/><Relationship Id="rId7" Type="http://schemas.openxmlformats.org/officeDocument/2006/relationships/image" Target="../media/image48.jpg"/><Relationship Id="rId2" Type="http://schemas.openxmlformats.org/officeDocument/2006/relationships/image" Target="../media/image43.jpg"/><Relationship Id="rId1" Type="http://schemas.openxmlformats.org/officeDocument/2006/relationships/slideLayout" Target="../slideLayouts/slideLayout10.xml"/><Relationship Id="rId6" Type="http://schemas.openxmlformats.org/officeDocument/2006/relationships/image" Target="../media/image47.jpg"/><Relationship Id="rId5" Type="http://schemas.openxmlformats.org/officeDocument/2006/relationships/image" Target="../media/image46.jpg"/><Relationship Id="rId4" Type="http://schemas.openxmlformats.org/officeDocument/2006/relationships/image" Target="../media/image45.jpg"/></Relationships>
</file>

<file path=ppt/slides/_rels/slide20.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10.xml"/><Relationship Id="rId5" Type="http://schemas.openxmlformats.org/officeDocument/2006/relationships/image" Target="../media/image52.jpg"/><Relationship Id="rId4" Type="http://schemas.openxmlformats.org/officeDocument/2006/relationships/image" Target="../media/image51.jpg"/></Relationships>
</file>

<file path=ppt/slides/_rels/slide21.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10.xml"/><Relationship Id="rId6" Type="http://schemas.openxmlformats.org/officeDocument/2006/relationships/image" Target="../media/image57.jpg"/><Relationship Id="rId5" Type="http://schemas.openxmlformats.org/officeDocument/2006/relationships/image" Target="../media/image56.jpg"/><Relationship Id="rId4" Type="http://schemas.openxmlformats.org/officeDocument/2006/relationships/image" Target="../media/image55.jpg"/></Relationships>
</file>

<file path=ppt/slides/_rels/slide22.xml.rels><?xml version="1.0" encoding="UTF-8" standalone="yes"?>
<Relationships xmlns="http://schemas.openxmlformats.org/package/2006/relationships"><Relationship Id="rId3" Type="http://schemas.openxmlformats.org/officeDocument/2006/relationships/image" Target="../media/image59.jpg"/><Relationship Id="rId7" Type="http://schemas.openxmlformats.org/officeDocument/2006/relationships/image" Target="../media/image63.jpg"/><Relationship Id="rId2" Type="http://schemas.openxmlformats.org/officeDocument/2006/relationships/image" Target="../media/image58.jpg"/><Relationship Id="rId1" Type="http://schemas.openxmlformats.org/officeDocument/2006/relationships/slideLayout" Target="../slideLayouts/slideLayout10.xml"/><Relationship Id="rId6" Type="http://schemas.openxmlformats.org/officeDocument/2006/relationships/image" Target="../media/image62.jpg"/><Relationship Id="rId5" Type="http://schemas.openxmlformats.org/officeDocument/2006/relationships/image" Target="../media/image61.jpg"/><Relationship Id="rId4" Type="http://schemas.openxmlformats.org/officeDocument/2006/relationships/image" Target="../media/image60.jpg"/></Relationships>
</file>

<file path=ppt/slides/_rels/slide23.xml.rels><?xml version="1.0" encoding="UTF-8" standalone="yes"?>
<Relationships xmlns="http://schemas.openxmlformats.org/package/2006/relationships"><Relationship Id="rId3" Type="http://schemas.openxmlformats.org/officeDocument/2006/relationships/image" Target="../media/image65.jpg"/><Relationship Id="rId7" Type="http://schemas.openxmlformats.org/officeDocument/2006/relationships/image" Target="../media/image69.jpg"/><Relationship Id="rId2" Type="http://schemas.openxmlformats.org/officeDocument/2006/relationships/image" Target="../media/image64.jpg"/><Relationship Id="rId1" Type="http://schemas.openxmlformats.org/officeDocument/2006/relationships/slideLayout" Target="../slideLayouts/slideLayout10.xml"/><Relationship Id="rId6" Type="http://schemas.openxmlformats.org/officeDocument/2006/relationships/image" Target="../media/image68.jpg"/><Relationship Id="rId5" Type="http://schemas.openxmlformats.org/officeDocument/2006/relationships/image" Target="../media/image67.jpg"/><Relationship Id="rId4" Type="http://schemas.openxmlformats.org/officeDocument/2006/relationships/image" Target="../media/image66.jpg"/></Relationships>
</file>

<file path=ppt/slides/_rels/slide24.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image" Target="../media/image70.jpg"/><Relationship Id="rId1" Type="http://schemas.openxmlformats.org/officeDocument/2006/relationships/slideLayout" Target="../slideLayouts/slideLayout10.xml"/><Relationship Id="rId5" Type="http://schemas.openxmlformats.org/officeDocument/2006/relationships/image" Target="../media/image73.jpg"/><Relationship Id="rId4" Type="http://schemas.openxmlformats.org/officeDocument/2006/relationships/image" Target="../media/image72.jpg"/></Relationships>
</file>

<file path=ppt/slides/_rels/slide25.xml.rels><?xml version="1.0" encoding="UTF-8" standalone="yes"?>
<Relationships xmlns="http://schemas.openxmlformats.org/package/2006/relationships"><Relationship Id="rId3" Type="http://schemas.openxmlformats.org/officeDocument/2006/relationships/image" Target="../media/image75.jpg"/><Relationship Id="rId7" Type="http://schemas.openxmlformats.org/officeDocument/2006/relationships/image" Target="../media/image79.jpg"/><Relationship Id="rId2" Type="http://schemas.openxmlformats.org/officeDocument/2006/relationships/image" Target="../media/image74.jpg"/><Relationship Id="rId1" Type="http://schemas.openxmlformats.org/officeDocument/2006/relationships/slideLayout" Target="../slideLayouts/slideLayout10.xml"/><Relationship Id="rId6" Type="http://schemas.openxmlformats.org/officeDocument/2006/relationships/image" Target="../media/image78.jpg"/><Relationship Id="rId5" Type="http://schemas.openxmlformats.org/officeDocument/2006/relationships/image" Target="../media/image77.jpg"/><Relationship Id="rId4" Type="http://schemas.openxmlformats.org/officeDocument/2006/relationships/image" Target="../media/image76.jpg"/></Relationships>
</file>

<file path=ppt/slides/_rels/slide2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3" Type="http://schemas.openxmlformats.org/officeDocument/2006/relationships/image" Target="../media/image83.jpg"/><Relationship Id="rId2" Type="http://schemas.openxmlformats.org/officeDocument/2006/relationships/image" Target="../media/image82.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20.jpg"/><Relationship Id="rId1" Type="http://schemas.openxmlformats.org/officeDocument/2006/relationships/slideLayout" Target="../slideLayouts/slideLayout10.xml"/><Relationship Id="rId5" Type="http://schemas.openxmlformats.org/officeDocument/2006/relationships/image" Target="../media/image86.jpg"/><Relationship Id="rId4" Type="http://schemas.openxmlformats.org/officeDocument/2006/relationships/image" Target="../media/image85.jpg"/></Relationships>
</file>

<file path=ppt/slides/_rels/slide29.xml.rels><?xml version="1.0" encoding="UTF-8" standalone="yes"?>
<Relationships xmlns="http://schemas.openxmlformats.org/package/2006/relationships"><Relationship Id="rId3" Type="http://schemas.openxmlformats.org/officeDocument/2006/relationships/image" Target="../media/image88.jpg"/><Relationship Id="rId2" Type="http://schemas.openxmlformats.org/officeDocument/2006/relationships/image" Target="../media/image87.jp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90.jpg"/><Relationship Id="rId7" Type="http://schemas.openxmlformats.org/officeDocument/2006/relationships/image" Target="../media/image94.jpg"/><Relationship Id="rId2" Type="http://schemas.openxmlformats.org/officeDocument/2006/relationships/image" Target="../media/image89.jpg"/><Relationship Id="rId1" Type="http://schemas.openxmlformats.org/officeDocument/2006/relationships/slideLayout" Target="../slideLayouts/slideLayout10.xml"/><Relationship Id="rId6" Type="http://schemas.openxmlformats.org/officeDocument/2006/relationships/image" Target="../media/image93.jpg"/><Relationship Id="rId5" Type="http://schemas.openxmlformats.org/officeDocument/2006/relationships/image" Target="../media/image92.jpg"/><Relationship Id="rId4" Type="http://schemas.openxmlformats.org/officeDocument/2006/relationships/image" Target="../media/image91.jpg"/></Relationships>
</file>

<file path=ppt/slides/_rels/slide31.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image" Target="../media/image95.jp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0.xml"/><Relationship Id="rId4" Type="http://schemas.openxmlformats.org/officeDocument/2006/relationships/image" Target="../media/image99.png"/></Relationships>
</file>

<file path=ppt/slides/_rels/slide3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jpg"/><Relationship Id="rId7" Type="http://schemas.openxmlformats.org/officeDocument/2006/relationships/image" Target="../media/image106.png"/><Relationship Id="rId2" Type="http://schemas.openxmlformats.org/officeDocument/2006/relationships/image" Target="../media/image101.jpg"/><Relationship Id="rId1" Type="http://schemas.openxmlformats.org/officeDocument/2006/relationships/slideLayout" Target="../slideLayouts/slideLayout11.xml"/><Relationship Id="rId6" Type="http://schemas.openxmlformats.org/officeDocument/2006/relationships/image" Target="../media/image105.jpg"/><Relationship Id="rId5" Type="http://schemas.openxmlformats.org/officeDocument/2006/relationships/image" Target="../media/image104.jpg"/><Relationship Id="rId4" Type="http://schemas.openxmlformats.org/officeDocument/2006/relationships/image" Target="../media/image103.jpg"/></Relationships>
</file>

<file path=ppt/slides/_rels/slide35.xml.rels><?xml version="1.0" encoding="UTF-8" standalone="yes"?>
<Relationships xmlns="http://schemas.openxmlformats.org/package/2006/relationships"><Relationship Id="rId3" Type="http://schemas.openxmlformats.org/officeDocument/2006/relationships/image" Target="../media/image109.jpg"/><Relationship Id="rId7" Type="http://schemas.openxmlformats.org/officeDocument/2006/relationships/image" Target="../media/image113.jpg"/><Relationship Id="rId2" Type="http://schemas.openxmlformats.org/officeDocument/2006/relationships/image" Target="../media/image108.jpg"/><Relationship Id="rId1" Type="http://schemas.openxmlformats.org/officeDocument/2006/relationships/slideLayout" Target="../slideLayouts/slideLayout10.xml"/><Relationship Id="rId6" Type="http://schemas.openxmlformats.org/officeDocument/2006/relationships/image" Target="../media/image112.jpg"/><Relationship Id="rId5" Type="http://schemas.openxmlformats.org/officeDocument/2006/relationships/image" Target="../media/image111.jpg"/><Relationship Id="rId4" Type="http://schemas.openxmlformats.org/officeDocument/2006/relationships/image" Target="../media/image110.jpg"/></Relationships>
</file>

<file path=ppt/slides/_rels/slide36.xml.rels><?xml version="1.0" encoding="UTF-8" standalone="yes"?>
<Relationships xmlns="http://schemas.openxmlformats.org/package/2006/relationships"><Relationship Id="rId3" Type="http://schemas.openxmlformats.org/officeDocument/2006/relationships/image" Target="../media/image115.jpg"/><Relationship Id="rId7" Type="http://schemas.openxmlformats.org/officeDocument/2006/relationships/image" Target="../media/image119.jpg"/><Relationship Id="rId2" Type="http://schemas.openxmlformats.org/officeDocument/2006/relationships/image" Target="../media/image114.jpg"/><Relationship Id="rId1" Type="http://schemas.openxmlformats.org/officeDocument/2006/relationships/slideLayout" Target="../slideLayouts/slideLayout10.xml"/><Relationship Id="rId6" Type="http://schemas.openxmlformats.org/officeDocument/2006/relationships/image" Target="../media/image118.jpg"/><Relationship Id="rId5" Type="http://schemas.openxmlformats.org/officeDocument/2006/relationships/image" Target="../media/image117.jpg"/><Relationship Id="rId4" Type="http://schemas.openxmlformats.org/officeDocument/2006/relationships/image" Target="../media/image116.jpg"/></Relationships>
</file>

<file path=ppt/slides/_rels/slide37.xml.rels><?xml version="1.0" encoding="UTF-8" standalone="yes"?>
<Relationships xmlns="http://schemas.openxmlformats.org/package/2006/relationships"><Relationship Id="rId3" Type="http://schemas.openxmlformats.org/officeDocument/2006/relationships/image" Target="../media/image121.jpg"/><Relationship Id="rId2" Type="http://schemas.openxmlformats.org/officeDocument/2006/relationships/image" Target="../media/image120.jp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3" Type="http://schemas.openxmlformats.org/officeDocument/2006/relationships/image" Target="../media/image124.jpg"/><Relationship Id="rId2" Type="http://schemas.openxmlformats.org/officeDocument/2006/relationships/image" Target="../media/image123.jpg"/><Relationship Id="rId1" Type="http://schemas.openxmlformats.org/officeDocument/2006/relationships/slideLayout" Target="../slideLayouts/slideLayout10.xml"/><Relationship Id="rId4" Type="http://schemas.openxmlformats.org/officeDocument/2006/relationships/image" Target="../media/image1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7.jpg"/><Relationship Id="rId2" Type="http://schemas.openxmlformats.org/officeDocument/2006/relationships/image" Target="../media/image126.jp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622643"/>
            <a:ext cx="9144000" cy="1819165"/>
          </a:xfrm>
          <a:prstGeom prst="rect">
            <a:avLst/>
          </a:prstGeom>
        </p:spPr>
        <p:txBody>
          <a:bodyPr spcFirstLastPara="1" wrap="square" lIns="91425" tIns="91425" rIns="91425" bIns="91425" anchor="b" anchorCtr="0">
            <a:noAutofit/>
          </a:bodyPr>
          <a:lstStyle/>
          <a:p>
            <a:pPr lvl="0">
              <a:buSzPts val="990"/>
            </a:pPr>
            <a:r>
              <a:rPr lang="en-US" altLang="zh-TW" sz="2800" dirty="0"/>
              <a:t>112</a:t>
            </a:r>
            <a:r>
              <a:rPr lang="zh-TW" altLang="en-US" sz="2800" dirty="0"/>
              <a:t>學年度第</a:t>
            </a:r>
            <a:r>
              <a:rPr lang="en-US" altLang="zh-TW" sz="2800" dirty="0"/>
              <a:t>2</a:t>
            </a:r>
            <a:r>
              <a:rPr lang="zh-TW" altLang="en-US" sz="2800" dirty="0" smtClean="0"/>
              <a:t>學期台南市瀛海中學</a:t>
            </a:r>
            <a:r>
              <a:rPr lang="en-US" altLang="zh-TW" sz="2800" dirty="0" smtClean="0"/>
              <a:t/>
            </a:r>
            <a:br>
              <a:rPr lang="en-US" altLang="zh-TW" sz="2800" dirty="0" smtClean="0"/>
            </a:br>
            <a:r>
              <a:rPr lang="zh-TW" altLang="en-US" sz="2800" dirty="0" smtClean="0"/>
              <a:t>「</a:t>
            </a:r>
            <a:r>
              <a:rPr lang="zh-TW" altLang="en-US" sz="2800" dirty="0"/>
              <a:t>教育部國民及學前教育署補助高級中等學校與國外校際合作推動線上教學實施計畫」諮詢</a:t>
            </a:r>
            <a:r>
              <a:rPr lang="zh-TW" altLang="en-US" sz="2800" dirty="0" smtClean="0"/>
              <a:t>輔導線上會議</a:t>
            </a:r>
            <a:endParaRPr sz="2800" dirty="0"/>
          </a:p>
        </p:txBody>
      </p:sp>
      <p:sp>
        <p:nvSpPr>
          <p:cNvPr id="55" name="Google Shape;55;p13"/>
          <p:cNvSpPr txBox="1">
            <a:spLocks noGrp="1"/>
          </p:cNvSpPr>
          <p:nvPr>
            <p:ph type="subTitle" idx="1"/>
          </p:nvPr>
        </p:nvSpPr>
        <p:spPr>
          <a:xfrm>
            <a:off x="311700" y="2279976"/>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2400" dirty="0" smtClean="0"/>
              <a:t>2024.</a:t>
            </a:r>
            <a:r>
              <a:rPr lang="en-US" sz="2400" dirty="0"/>
              <a:t>5</a:t>
            </a:r>
            <a:r>
              <a:rPr lang="en-GB" sz="2400" dirty="0" smtClean="0"/>
              <a:t>.</a:t>
            </a:r>
            <a:r>
              <a:rPr lang="en-US" sz="2400" dirty="0" smtClean="0"/>
              <a:t>23</a:t>
            </a:r>
            <a:r>
              <a:rPr lang="en-GB" sz="2400" dirty="0" smtClean="0"/>
              <a:t>(</a:t>
            </a:r>
            <a:r>
              <a:rPr lang="zh-TW" altLang="en-US" sz="2400" dirty="0"/>
              <a:t>四</a:t>
            </a:r>
            <a:r>
              <a:rPr lang="en-GB" sz="2400" dirty="0" smtClean="0"/>
              <a:t>)</a:t>
            </a:r>
            <a:endParaRPr sz="2400" dirty="0"/>
          </a:p>
        </p:txBody>
      </p:sp>
      <p:pic>
        <p:nvPicPr>
          <p:cNvPr id="3" name="圖片 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79746" y="2811173"/>
            <a:ext cx="2384508" cy="2384508"/>
          </a:xfrm>
          <a:prstGeom prst="rect">
            <a:avLst/>
          </a:prstGeom>
        </p:spPr>
      </p:pic>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err="1"/>
              <a:t>報告大綱</a:t>
            </a:r>
            <a:endParaRPr dirty="0"/>
          </a:p>
        </p:txBody>
      </p:sp>
      <p:sp>
        <p:nvSpPr>
          <p:cNvPr id="61" name="Google Shape;61;p14"/>
          <p:cNvSpPr txBox="1">
            <a:spLocks noGrp="1"/>
          </p:cNvSpPr>
          <p:nvPr>
            <p:ph type="body" idx="1"/>
          </p:nvPr>
        </p:nvSpPr>
        <p:spPr>
          <a:xfrm>
            <a:off x="311700" y="1152475"/>
            <a:ext cx="8520600" cy="3658064"/>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zh-TW" altLang="en-US" dirty="0" smtClean="0"/>
              <a:t>工作團隊</a:t>
            </a:r>
            <a:endParaRPr lang="en-US" altLang="zh-TW" dirty="0" smtClean="0"/>
          </a:p>
          <a:p>
            <a:pPr marL="457200" lvl="0" indent="-342900" algn="l" rtl="0">
              <a:spcBef>
                <a:spcPts val="0"/>
              </a:spcBef>
              <a:spcAft>
                <a:spcPts val="0"/>
              </a:spcAft>
              <a:buSzPts val="1800"/>
              <a:buChar char="●"/>
            </a:pPr>
            <a:endParaRPr lang="en-US" altLang="zh-TW" dirty="0"/>
          </a:p>
          <a:p>
            <a:pPr marL="457200" lvl="0" indent="-342900" algn="l" rtl="0">
              <a:spcBef>
                <a:spcPts val="0"/>
              </a:spcBef>
              <a:spcAft>
                <a:spcPts val="0"/>
              </a:spcAft>
              <a:buSzPts val="1800"/>
              <a:buChar char="●"/>
            </a:pPr>
            <a:r>
              <a:rPr lang="zh-TW" altLang="en-US" dirty="0" smtClean="0"/>
              <a:t>課程規劃架構</a:t>
            </a:r>
            <a:endParaRPr lang="en-US" altLang="zh-TW" dirty="0" smtClean="0"/>
          </a:p>
          <a:p>
            <a:pPr marL="457200" lvl="0" indent="-342900" algn="l" rtl="0">
              <a:spcBef>
                <a:spcPts val="0"/>
              </a:spcBef>
              <a:spcAft>
                <a:spcPts val="0"/>
              </a:spcAft>
              <a:buSzPts val="1800"/>
              <a:buChar char="●"/>
            </a:pPr>
            <a:endParaRPr lang="en-US" altLang="zh-TW" dirty="0" smtClean="0"/>
          </a:p>
          <a:p>
            <a:pPr marL="457200" lvl="0" indent="-342900" algn="l" rtl="0">
              <a:spcBef>
                <a:spcPts val="0"/>
              </a:spcBef>
              <a:spcAft>
                <a:spcPts val="0"/>
              </a:spcAft>
              <a:buSzPts val="1800"/>
              <a:buChar char="●"/>
            </a:pPr>
            <a:r>
              <a:rPr lang="zh-TW" altLang="en-US" dirty="0" smtClean="0"/>
              <a:t>執行概況報告</a:t>
            </a:r>
            <a:endParaRPr lang="en-US" altLang="zh-TW" dirty="0" smtClean="0"/>
          </a:p>
          <a:p>
            <a:pPr lvl="1" indent="-342900">
              <a:buSzPts val="1800"/>
              <a:buChar char="●"/>
            </a:pPr>
            <a:r>
              <a:rPr lang="zh-TW" altLang="en-US" dirty="0" smtClean="0">
                <a:latin typeface="華康華綜體W5(P)" pitchFamily="34" charset="-120"/>
                <a:ea typeface="華康華綜體W5(P)" pitchFamily="34" charset="-120"/>
              </a:rPr>
              <a:t>共備情形</a:t>
            </a:r>
            <a:endParaRPr lang="en-US" altLang="zh-TW" dirty="0" smtClean="0">
              <a:latin typeface="華康華綜體W5(P)" pitchFamily="34" charset="-120"/>
              <a:ea typeface="華康華綜體W5(P)" pitchFamily="34" charset="-120"/>
            </a:endParaRPr>
          </a:p>
          <a:p>
            <a:pPr lvl="1" indent="-342900">
              <a:buSzPts val="1800"/>
              <a:buChar char="●"/>
            </a:pPr>
            <a:r>
              <a:rPr lang="zh-TW" altLang="en-US" dirty="0" smtClean="0">
                <a:latin typeface="華康華綜體W5(P)" pitchFamily="34" charset="-120"/>
                <a:ea typeface="華康華綜體W5(P)" pitchFamily="34" charset="-120"/>
              </a:rPr>
              <a:t>校內課程</a:t>
            </a:r>
            <a:endParaRPr lang="en-US" altLang="zh-TW" dirty="0" smtClean="0">
              <a:latin typeface="華康華綜體W5(P)" pitchFamily="34" charset="-120"/>
              <a:ea typeface="華康華綜體W5(P)" pitchFamily="34" charset="-120"/>
            </a:endParaRPr>
          </a:p>
          <a:p>
            <a:pPr lvl="1" indent="-342900">
              <a:buSzPts val="1800"/>
              <a:buChar char="●"/>
            </a:pPr>
            <a:r>
              <a:rPr lang="zh-TW" altLang="en-US" dirty="0">
                <a:latin typeface="華康華綜體W5(P)" pitchFamily="34" charset="-120"/>
                <a:ea typeface="華康華綜體W5(P)" pitchFamily="34" charset="-120"/>
              </a:rPr>
              <a:t>線上同步</a:t>
            </a:r>
            <a:r>
              <a:rPr lang="zh-TW" altLang="en-US" dirty="0" smtClean="0">
                <a:latin typeface="華康華綜體W5(P)" pitchFamily="34" charset="-120"/>
                <a:ea typeface="華康華綜體W5(P)" pitchFamily="34" charset="-120"/>
              </a:rPr>
              <a:t>教學</a:t>
            </a:r>
            <a:endParaRPr lang="en-US" altLang="zh-TW" dirty="0" smtClean="0">
              <a:latin typeface="華康華綜體W5(P)" pitchFamily="34" charset="-120"/>
              <a:ea typeface="華康華綜體W5(P)" pitchFamily="34" charset="-120"/>
            </a:endParaRPr>
          </a:p>
          <a:p>
            <a:pPr lvl="1" indent="-342900">
              <a:buSzPts val="1800"/>
              <a:buChar char="●"/>
            </a:pPr>
            <a:r>
              <a:rPr lang="zh-TW" altLang="en-US" dirty="0">
                <a:latin typeface="華康華綜體W5(P)" pitchFamily="34" charset="-120"/>
                <a:ea typeface="華康華綜體W5(P)" pitchFamily="34" charset="-120"/>
              </a:rPr>
              <a:t>校外參訪活動</a:t>
            </a:r>
            <a:endParaRPr lang="en-US" altLang="zh-TW" dirty="0">
              <a:latin typeface="華康華綜體W5(P)" pitchFamily="34" charset="-120"/>
              <a:ea typeface="華康華綜體W5(P)" pitchFamily="34" charset="-120"/>
            </a:endParaRPr>
          </a:p>
          <a:p>
            <a:pPr lvl="1" indent="-342900">
              <a:buSzPts val="1800"/>
              <a:buChar char="●"/>
            </a:pPr>
            <a:endParaRPr lang="en-GB" dirty="0" smtClean="0"/>
          </a:p>
          <a:p>
            <a:pPr marL="457200" lvl="0" indent="-342900" algn="l" rtl="0">
              <a:spcBef>
                <a:spcPts val="0"/>
              </a:spcBef>
              <a:spcAft>
                <a:spcPts val="0"/>
              </a:spcAft>
              <a:buSzPts val="1800"/>
              <a:buChar char="●"/>
            </a:pPr>
            <a:r>
              <a:rPr lang="en-GB" dirty="0" err="1" smtClean="0"/>
              <a:t>未來規劃</a:t>
            </a:r>
            <a:endParaRPr lang="en-GB" dirty="0" smtClean="0"/>
          </a:p>
          <a:p>
            <a:pPr marL="457200" lvl="0" indent="-342900" algn="l" rtl="0">
              <a:spcBef>
                <a:spcPts val="0"/>
              </a:spcBef>
              <a:spcAft>
                <a:spcPts val="0"/>
              </a:spcAft>
              <a:buSzPts val="1800"/>
              <a:buChar char="●"/>
            </a:pPr>
            <a:endParaRPr lang="en-GB" dirty="0"/>
          </a:p>
          <a:p>
            <a:pPr marL="457200" lvl="0" indent="-342900" algn="l" rtl="0">
              <a:spcBef>
                <a:spcPts val="0"/>
              </a:spcBef>
              <a:spcAft>
                <a:spcPts val="0"/>
              </a:spcAft>
              <a:buSzPts val="1800"/>
              <a:buChar char="●"/>
            </a:pPr>
            <a:r>
              <a:rPr lang="zh-TW" altLang="en-US" dirty="0" smtClean="0"/>
              <a:t>結語</a:t>
            </a:r>
            <a:endParaRPr dirty="0"/>
          </a:p>
        </p:txBody>
      </p:sp>
      <p:pic>
        <p:nvPicPr>
          <p:cNvPr id="7" name="圖片 6"/>
          <p:cNvPicPr/>
          <p:nvPr/>
        </p:nvPicPr>
        <p:blipFill rotWithShape="1">
          <a:blip r:embed="rId3">
            <a:clrChange>
              <a:clrFrom>
                <a:srgbClr val="FFFFFF"/>
              </a:clrFrom>
              <a:clrTo>
                <a:srgbClr val="FFFFFF">
                  <a:alpha val="0"/>
                </a:srgbClr>
              </a:clrTo>
            </a:clrChange>
          </a:blip>
          <a:srcRect l="34435" t="23077" r="33654" b="28205"/>
          <a:stretch/>
        </p:blipFill>
        <p:spPr bwMode="auto">
          <a:xfrm>
            <a:off x="5328057" y="1851753"/>
            <a:ext cx="1407160" cy="1208405"/>
          </a:xfrm>
          <a:prstGeom prst="rect">
            <a:avLst/>
          </a:prstGeom>
          <a:ln>
            <a:noFill/>
          </a:ln>
          <a:extLst>
            <a:ext uri="{53640926-AAD7-44D8-BBD7-CCE9431645EC}">
              <a14:shadowObscured xmlns:a14="http://schemas.microsoft.com/office/drawing/2010/main"/>
            </a:ext>
          </a:extLst>
        </p:spPr>
      </p:pic>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748" y="3487254"/>
            <a:ext cx="3999778" cy="1141163"/>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工作團隊</a:t>
            </a:r>
            <a:endParaRPr lang="zh-TW" altLang="en-US" dirty="0"/>
          </a:p>
        </p:txBody>
      </p:sp>
      <p:sp>
        <p:nvSpPr>
          <p:cNvPr id="3" name="文字版面配置區 2"/>
          <p:cNvSpPr>
            <a:spLocks noGrp="1"/>
          </p:cNvSpPr>
          <p:nvPr>
            <p:ph type="body" idx="1"/>
          </p:nvPr>
        </p:nvSpPr>
        <p:spPr/>
        <p:txBody>
          <a:bodyPr/>
          <a:lstStyle/>
          <a:p>
            <a:r>
              <a:rPr lang="zh-TW" altLang="en-US" dirty="0" smtClean="0">
                <a:solidFill>
                  <a:srgbClr val="7030A0"/>
                </a:solidFill>
              </a:rPr>
              <a:t>校長：</a:t>
            </a:r>
            <a:r>
              <a:rPr lang="zh-TW" altLang="en-US" dirty="0" smtClean="0"/>
              <a:t>沈樹林校長</a:t>
            </a:r>
            <a:endParaRPr lang="en-US" altLang="zh-TW" dirty="0" smtClean="0"/>
          </a:p>
          <a:p>
            <a:endParaRPr lang="en-US" altLang="zh-TW" dirty="0"/>
          </a:p>
          <a:p>
            <a:r>
              <a:rPr lang="zh-TW" altLang="en-US" dirty="0" smtClean="0">
                <a:solidFill>
                  <a:srgbClr val="CC0099"/>
                </a:solidFill>
              </a:rPr>
              <a:t>教務處：</a:t>
            </a:r>
            <a:r>
              <a:rPr lang="zh-TW" altLang="en-US" dirty="0" smtClean="0"/>
              <a:t>黃齡玉主任、實驗研究組鄭</a:t>
            </a:r>
            <a:r>
              <a:rPr lang="zh-TW" altLang="en-US" dirty="0"/>
              <a:t>恒</a:t>
            </a:r>
            <a:r>
              <a:rPr lang="zh-TW" altLang="en-US" dirty="0" smtClean="0"/>
              <a:t>絹組長</a:t>
            </a:r>
            <a:r>
              <a:rPr lang="en-US" altLang="zh-TW" dirty="0" smtClean="0"/>
              <a:t>(</a:t>
            </a:r>
            <a:r>
              <a:rPr lang="zh-TW" altLang="en-US" dirty="0" smtClean="0"/>
              <a:t>英</a:t>
            </a:r>
            <a:r>
              <a:rPr lang="en-US" altLang="zh-TW" dirty="0" smtClean="0"/>
              <a:t>)</a:t>
            </a:r>
          </a:p>
          <a:p>
            <a:endParaRPr lang="en-US" altLang="zh-TW" dirty="0"/>
          </a:p>
          <a:p>
            <a:r>
              <a:rPr lang="zh-TW" altLang="en-US" dirty="0">
                <a:solidFill>
                  <a:srgbClr val="990099"/>
                </a:solidFill>
              </a:rPr>
              <a:t>國際教育線上合作教學共備社群</a:t>
            </a:r>
            <a:r>
              <a:rPr lang="zh-TW" altLang="en-US" dirty="0" smtClean="0">
                <a:solidFill>
                  <a:srgbClr val="990099"/>
                </a:solidFill>
              </a:rPr>
              <a:t>教師：</a:t>
            </a:r>
            <a:endParaRPr lang="en-US" altLang="zh-TW" dirty="0" smtClean="0">
              <a:solidFill>
                <a:srgbClr val="990099"/>
              </a:solidFill>
            </a:endParaRPr>
          </a:p>
          <a:p>
            <a:pPr marL="444500" indent="0">
              <a:buNone/>
            </a:pPr>
            <a:r>
              <a:rPr lang="zh-TW" altLang="en-US" dirty="0" smtClean="0"/>
              <a:t>林明芬老師</a:t>
            </a:r>
            <a:r>
              <a:rPr lang="en-US" altLang="zh-TW" dirty="0" smtClean="0"/>
              <a:t>(</a:t>
            </a:r>
            <a:r>
              <a:rPr lang="zh-TW" altLang="en-US" dirty="0" smtClean="0"/>
              <a:t>英</a:t>
            </a:r>
            <a:r>
              <a:rPr lang="en-US" altLang="zh-TW" dirty="0" smtClean="0"/>
              <a:t>)</a:t>
            </a:r>
            <a:r>
              <a:rPr lang="zh-TW" altLang="en-US" dirty="0" smtClean="0"/>
              <a:t>、郭亮岑老師</a:t>
            </a:r>
            <a:r>
              <a:rPr lang="en-US" altLang="zh-TW" dirty="0" smtClean="0"/>
              <a:t>(</a:t>
            </a:r>
            <a:r>
              <a:rPr lang="zh-TW" altLang="en-US" dirty="0" smtClean="0"/>
              <a:t>英</a:t>
            </a:r>
            <a:r>
              <a:rPr lang="en-US" altLang="zh-TW" dirty="0" smtClean="0"/>
              <a:t>)</a:t>
            </a:r>
            <a:r>
              <a:rPr lang="zh-TW" altLang="en-US" dirty="0" smtClean="0"/>
              <a:t>、</a:t>
            </a:r>
            <a:r>
              <a:rPr lang="zh-TW" altLang="en-US" dirty="0"/>
              <a:t>鐘大益</a:t>
            </a:r>
            <a:r>
              <a:rPr lang="zh-TW" altLang="en-US" dirty="0" smtClean="0"/>
              <a:t>老師</a:t>
            </a:r>
            <a:r>
              <a:rPr lang="en-US" altLang="zh-TW" dirty="0" smtClean="0"/>
              <a:t>(</a:t>
            </a:r>
            <a:r>
              <a:rPr lang="zh-TW" altLang="en-US" dirty="0" smtClean="0"/>
              <a:t>地</a:t>
            </a:r>
            <a:r>
              <a:rPr lang="en-US" altLang="zh-TW" dirty="0" smtClean="0"/>
              <a:t>)</a:t>
            </a:r>
            <a:endParaRPr lang="en-US" altLang="zh-TW" dirty="0"/>
          </a:p>
          <a:p>
            <a:pPr marL="444500" indent="0">
              <a:buNone/>
            </a:pPr>
            <a:r>
              <a:rPr lang="zh-TW" altLang="en-US" dirty="0" smtClean="0"/>
              <a:t>方睿慈老師</a:t>
            </a:r>
            <a:r>
              <a:rPr lang="en-US" altLang="zh-TW" dirty="0" smtClean="0"/>
              <a:t>(</a:t>
            </a:r>
            <a:r>
              <a:rPr lang="zh-TW" altLang="en-US" dirty="0" smtClean="0"/>
              <a:t>國</a:t>
            </a:r>
            <a:r>
              <a:rPr lang="en-US" altLang="zh-TW" dirty="0" smtClean="0"/>
              <a:t>)</a:t>
            </a:r>
            <a:r>
              <a:rPr lang="zh-TW" altLang="en-US" dirty="0" smtClean="0"/>
              <a:t>、陳柏沅老師</a:t>
            </a:r>
            <a:r>
              <a:rPr lang="en-US" altLang="zh-TW" dirty="0" smtClean="0"/>
              <a:t>(</a:t>
            </a:r>
            <a:r>
              <a:rPr lang="zh-TW" altLang="en-US" dirty="0" smtClean="0"/>
              <a:t>史</a:t>
            </a:r>
            <a:r>
              <a:rPr lang="en-US" altLang="zh-TW" dirty="0" smtClean="0"/>
              <a:t>)</a:t>
            </a:r>
            <a:r>
              <a:rPr lang="zh-TW" altLang="en-US" dirty="0" smtClean="0"/>
              <a:t>、許</a:t>
            </a:r>
            <a:r>
              <a:rPr lang="zh-TW" altLang="en-US" dirty="0"/>
              <a:t>向雯</a:t>
            </a:r>
            <a:r>
              <a:rPr lang="zh-TW" altLang="en-US" dirty="0" smtClean="0"/>
              <a:t>老師</a:t>
            </a:r>
            <a:r>
              <a:rPr lang="en-US" altLang="zh-TW" dirty="0" smtClean="0"/>
              <a:t>(</a:t>
            </a:r>
            <a:r>
              <a:rPr lang="zh-TW" altLang="en-US" dirty="0" smtClean="0"/>
              <a:t>化</a:t>
            </a:r>
            <a:r>
              <a:rPr lang="en-US" altLang="zh-TW" dirty="0" smtClean="0"/>
              <a:t>)  </a:t>
            </a:r>
            <a:endParaRPr lang="en-US" altLang="zh-TW" dirty="0"/>
          </a:p>
          <a:p>
            <a:endParaRPr lang="en-US" altLang="zh-TW" dirty="0" smtClean="0"/>
          </a:p>
          <a:p>
            <a:r>
              <a:rPr lang="zh-TW" altLang="en-US" dirty="0" smtClean="0">
                <a:solidFill>
                  <a:srgbClr val="FF00FF"/>
                </a:solidFill>
              </a:rPr>
              <a:t>資訊人員：</a:t>
            </a:r>
            <a:r>
              <a:rPr lang="zh-TW" altLang="en-US" dirty="0"/>
              <a:t>資訊組鍾宜娟</a:t>
            </a:r>
            <a:r>
              <a:rPr lang="zh-TW" altLang="en-US" dirty="0" smtClean="0"/>
              <a:t>組長</a:t>
            </a:r>
            <a:r>
              <a:rPr lang="en-US" altLang="zh-TW" dirty="0" smtClean="0"/>
              <a:t>(</a:t>
            </a:r>
            <a:r>
              <a:rPr lang="zh-TW" altLang="en-US" dirty="0" smtClean="0"/>
              <a:t>資訊</a:t>
            </a:r>
            <a:r>
              <a:rPr lang="en-US" altLang="zh-TW" dirty="0" smtClean="0"/>
              <a:t>)</a:t>
            </a:r>
            <a:endParaRPr lang="zh-TW" altLang="en-US" dirty="0"/>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pic>
        <p:nvPicPr>
          <p:cNvPr id="5" name="圖片 4"/>
          <p:cNvPicPr>
            <a:picLocks noChangeAspect="1"/>
          </p:cNvPicPr>
          <p:nvPr/>
        </p:nvPicPr>
        <p:blipFill rotWithShape="1">
          <a:blip r:embed="rId2">
            <a:extLst>
              <a:ext uri="{28A0092B-C50C-407E-A947-70E740481C1C}">
                <a14:useLocalDpi xmlns:a14="http://schemas.microsoft.com/office/drawing/2010/main" val="0"/>
              </a:ext>
            </a:extLst>
          </a:blip>
          <a:srcRect t="18482" r="15808"/>
          <a:stretch/>
        </p:blipFill>
        <p:spPr>
          <a:xfrm>
            <a:off x="6085061" y="1851997"/>
            <a:ext cx="2886924" cy="2096443"/>
          </a:xfrm>
          <a:prstGeom prst="rect">
            <a:avLst/>
          </a:prstGeom>
          <a:ln>
            <a:noFill/>
          </a:ln>
          <a:effectLst>
            <a:softEdge rad="112500"/>
          </a:effectLst>
        </p:spPr>
      </p:pic>
    </p:spTree>
    <p:extLst>
      <p:ext uri="{BB962C8B-B14F-4D97-AF65-F5344CB8AC3E}">
        <p14:creationId xmlns:p14="http://schemas.microsoft.com/office/powerpoint/2010/main" val="42840636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err="1"/>
              <a:t>課程規劃</a:t>
            </a:r>
            <a:endParaRPr dirty="0"/>
          </a:p>
        </p:txBody>
      </p:sp>
      <p:sp>
        <p:nvSpPr>
          <p:cNvPr id="68" name="Google Shape;68;p15"/>
          <p:cNvSpPr txBox="1">
            <a:spLocks noGrp="1"/>
          </p:cNvSpPr>
          <p:nvPr>
            <p:ph type="body" idx="1"/>
          </p:nvPr>
        </p:nvSpPr>
        <p:spPr>
          <a:xfrm>
            <a:off x="311700" y="1152474"/>
            <a:ext cx="8520600" cy="3991026"/>
          </a:xfrm>
          <a:prstGeom prst="rect">
            <a:avLst/>
          </a:prstGeom>
        </p:spPr>
        <p:txBody>
          <a:bodyPr spcFirstLastPara="1" wrap="square" lIns="91425" tIns="91425" rIns="91425" bIns="91425" anchor="t" anchorCtr="0">
            <a:normAutofit fontScale="92500" lnSpcReduction="10000"/>
          </a:bodyPr>
          <a:lstStyle/>
          <a:p>
            <a:pPr marL="285750" indent="-285750">
              <a:spcAft>
                <a:spcPts val="1200"/>
              </a:spcAft>
            </a:pPr>
            <a:r>
              <a:rPr lang="zh-TW" altLang="en-US" dirty="0" smtClean="0"/>
              <a:t>本學年計畫執行</a:t>
            </a:r>
            <a:r>
              <a:rPr lang="zh-TW" altLang="en-US" dirty="0"/>
              <a:t>概況</a:t>
            </a:r>
            <a:endParaRPr lang="en-US" altLang="zh-TW" dirty="0" smtClean="0"/>
          </a:p>
          <a:p>
            <a:pPr marL="742950" lvl="1" indent="-285750">
              <a:spcAft>
                <a:spcPts val="1200"/>
              </a:spcAft>
            </a:pPr>
            <a:r>
              <a:rPr lang="en-US" altLang="zh-TW" dirty="0" smtClean="0">
                <a:latin typeface="華康華綜體W5(P)" pitchFamily="34" charset="-120"/>
                <a:ea typeface="華康華綜體W5(P)" pitchFamily="34" charset="-120"/>
              </a:rPr>
              <a:t>112</a:t>
            </a:r>
            <a:r>
              <a:rPr lang="zh-TW" altLang="en-US" dirty="0" smtClean="0">
                <a:latin typeface="華康華綜體W5(P)" pitchFamily="34" charset="-120"/>
                <a:ea typeface="華康華綜體W5(P)" pitchFamily="34" charset="-120"/>
              </a:rPr>
              <a:t>學年度國際交流社群漸趨成熟</a:t>
            </a:r>
            <a:endParaRPr lang="en-US" altLang="zh-TW" dirty="0" smtClean="0">
              <a:latin typeface="華康華綜體W5(P)" pitchFamily="34" charset="-120"/>
              <a:ea typeface="華康華綜體W5(P)" pitchFamily="34" charset="-120"/>
            </a:endParaRPr>
          </a:p>
          <a:p>
            <a:pPr marL="742950" lvl="1" indent="-285750">
              <a:spcAft>
                <a:spcPts val="1200"/>
              </a:spcAft>
            </a:pPr>
            <a:r>
              <a:rPr lang="en-US" altLang="zh-TW" dirty="0" smtClean="0">
                <a:latin typeface="華康華綜體W5(P)" pitchFamily="34" charset="-120"/>
                <a:ea typeface="華康華綜體W5(P)" pitchFamily="34" charset="-120"/>
              </a:rPr>
              <a:t>112-1</a:t>
            </a:r>
            <a:r>
              <a:rPr lang="zh-TW" altLang="en-US" dirty="0" smtClean="0">
                <a:latin typeface="華康華綜體W5(P)" pitchFamily="34" charset="-120"/>
                <a:ea typeface="華康華綜體W5(P)" pitchFamily="34" charset="-120"/>
              </a:rPr>
              <a:t>共執行</a:t>
            </a:r>
            <a:r>
              <a:rPr lang="en-US" altLang="zh-TW" dirty="0" smtClean="0">
                <a:latin typeface="華康華綜體W5(P)" pitchFamily="34" charset="-120"/>
                <a:ea typeface="華康華綜體W5(P)" pitchFamily="34" charset="-120"/>
              </a:rPr>
              <a:t>9</a:t>
            </a:r>
            <a:r>
              <a:rPr lang="zh-TW" altLang="en-US" dirty="0" smtClean="0">
                <a:latin typeface="華康華綜體W5(P)" pitchFamily="34" charset="-120"/>
                <a:ea typeface="華康華綜體W5(P)" pitchFamily="34" charset="-120"/>
              </a:rPr>
              <a:t>次校內課程、</a:t>
            </a:r>
            <a:r>
              <a:rPr lang="en-US" altLang="zh-TW" dirty="0" smtClean="0">
                <a:latin typeface="華康華綜體W5(P)" pitchFamily="34" charset="-120"/>
                <a:ea typeface="華康華綜體W5(P)" pitchFamily="34" charset="-120"/>
              </a:rPr>
              <a:t>2</a:t>
            </a:r>
            <a:r>
              <a:rPr lang="zh-TW" altLang="en-US" dirty="0" smtClean="0">
                <a:latin typeface="華康華綜體W5(P)" pitchFamily="34" charset="-120"/>
                <a:ea typeface="華康華綜體W5(P)" pitchFamily="34" charset="-120"/>
              </a:rPr>
              <a:t>次線上同步教學、</a:t>
            </a:r>
            <a:r>
              <a:rPr lang="en-US" altLang="zh-TW" dirty="0" smtClean="0">
                <a:latin typeface="華康華綜體W5(P)" pitchFamily="34" charset="-120"/>
                <a:ea typeface="華康華綜體W5(P)" pitchFamily="34" charset="-120"/>
              </a:rPr>
              <a:t>1</a:t>
            </a:r>
            <a:r>
              <a:rPr lang="zh-TW" altLang="en-US" dirty="0" smtClean="0">
                <a:latin typeface="華康華綜體W5(P)" pitchFamily="34" charset="-120"/>
                <a:ea typeface="華康華綜體W5(P)" pitchFamily="34" charset="-120"/>
              </a:rPr>
              <a:t>次校外參訪活動</a:t>
            </a:r>
            <a:endParaRPr lang="en-US" altLang="zh-TW" dirty="0" smtClean="0">
              <a:latin typeface="華康華綜體W5(P)" pitchFamily="34" charset="-120"/>
              <a:ea typeface="華康華綜體W5(P)" pitchFamily="34" charset="-120"/>
            </a:endParaRPr>
          </a:p>
          <a:p>
            <a:pPr marL="742950" lvl="1" indent="-285750">
              <a:spcAft>
                <a:spcPts val="1200"/>
              </a:spcAft>
            </a:pPr>
            <a:r>
              <a:rPr lang="zh-TW" altLang="en-US" dirty="0" smtClean="0">
                <a:latin typeface="華康華綜體W5(P)" pitchFamily="34" charset="-120"/>
                <a:ea typeface="華康華綜體W5(P)" pitchFamily="34" charset="-120"/>
              </a:rPr>
              <a:t>明訂課程主題規劃－</a:t>
            </a:r>
            <a:r>
              <a:rPr lang="en-US" altLang="zh-TW" dirty="0" err="1" smtClean="0">
                <a:latin typeface="華康華綜體W5(P)" pitchFamily="34" charset="-120"/>
                <a:ea typeface="華康華綜體W5(P)" pitchFamily="34" charset="-120"/>
              </a:rPr>
              <a:t>SDGs</a:t>
            </a:r>
            <a:r>
              <a:rPr lang="zh-TW" altLang="en-US" dirty="0" smtClean="0">
                <a:latin typeface="華康華綜體W5(P)" pitchFamily="34" charset="-120"/>
                <a:ea typeface="華康華綜體W5(P)" pitchFamily="34" charset="-120"/>
              </a:rPr>
              <a:t>與番茄主題課程</a:t>
            </a:r>
            <a:endParaRPr lang="en-US" altLang="zh-TW" dirty="0" smtClean="0">
              <a:latin typeface="華康華綜體W5(P)" pitchFamily="34" charset="-120"/>
              <a:ea typeface="華康華綜體W5(P)" pitchFamily="34" charset="-120"/>
            </a:endParaRPr>
          </a:p>
          <a:p>
            <a:pPr marL="742950" lvl="1" indent="-285750">
              <a:spcAft>
                <a:spcPts val="1200"/>
              </a:spcAft>
            </a:pPr>
            <a:r>
              <a:rPr lang="zh-TW" altLang="en-US" dirty="0">
                <a:latin typeface="華康華綜體W5(P)" pitchFamily="34" charset="-120"/>
                <a:ea typeface="華康華綜體W5(P)" pitchFamily="34" charset="-120"/>
              </a:rPr>
              <a:t>正式教師與</a:t>
            </a:r>
            <a:r>
              <a:rPr lang="zh-TW" altLang="en-US" dirty="0" smtClean="0">
                <a:latin typeface="華康華綜體W5(P)" pitchFamily="34" charset="-120"/>
                <a:ea typeface="華康華綜體W5(P)" pitchFamily="34" charset="-120"/>
              </a:rPr>
              <a:t>學生共學社群運作上軌道</a:t>
            </a:r>
            <a:endParaRPr lang="en-US" altLang="zh-TW" dirty="0" smtClean="0">
              <a:latin typeface="華康華綜體W5(P)" pitchFamily="34" charset="-120"/>
              <a:ea typeface="華康華綜體W5(P)" pitchFamily="34" charset="-120"/>
            </a:endParaRPr>
          </a:p>
          <a:p>
            <a:pPr marL="742950" lvl="1" indent="-285750">
              <a:spcAft>
                <a:spcPts val="1200"/>
              </a:spcAft>
            </a:pPr>
            <a:r>
              <a:rPr lang="zh-TW" altLang="en-US" dirty="0" smtClean="0">
                <a:latin typeface="華康華綜體W5(P)" pitchFamily="34" charset="-120"/>
                <a:ea typeface="華康華綜體W5(P)" pitchFamily="34" charset="-120"/>
              </a:rPr>
              <a:t>開設課程：週三晚間定期討論與授課</a:t>
            </a:r>
            <a:endParaRPr lang="en-US" altLang="zh-TW" dirty="0" smtClean="0">
              <a:latin typeface="華康華綜體W5(P)" pitchFamily="34" charset="-120"/>
              <a:ea typeface="華康華綜體W5(P)" pitchFamily="34" charset="-120"/>
            </a:endParaRPr>
          </a:p>
          <a:p>
            <a:pPr marL="742950" lvl="1" indent="-285750">
              <a:spcAft>
                <a:spcPts val="1200"/>
              </a:spcAft>
            </a:pPr>
            <a:r>
              <a:rPr lang="zh-TW" altLang="en-US" dirty="0" smtClean="0">
                <a:latin typeface="華康華綜體W5(P)" pitchFamily="34" charset="-120"/>
                <a:ea typeface="華康華綜體W5(P)" pitchFamily="34" charset="-120"/>
              </a:rPr>
              <a:t>落實</a:t>
            </a:r>
            <a:r>
              <a:rPr lang="zh-TW" altLang="en-US" dirty="0">
                <a:latin typeface="華康華綜體W5(P)" pitchFamily="34" charset="-120"/>
                <a:ea typeface="華康華綜體W5(P)" pitchFamily="34" charset="-120"/>
              </a:rPr>
              <a:t>跨國共備與線上同步、</a:t>
            </a:r>
            <a:r>
              <a:rPr lang="zh-TW" altLang="en-US" dirty="0" smtClean="0">
                <a:latin typeface="華康華綜體W5(P)" pitchFamily="34" charset="-120"/>
                <a:ea typeface="華康華綜體W5(P)" pitchFamily="34" charset="-120"/>
              </a:rPr>
              <a:t>非同步交流</a:t>
            </a:r>
            <a:endParaRPr lang="en-US" altLang="zh-TW" dirty="0" smtClean="0">
              <a:latin typeface="華康華綜體W5(P)" pitchFamily="34" charset="-120"/>
              <a:ea typeface="華康華綜體W5(P)" pitchFamily="34" charset="-120"/>
            </a:endParaRPr>
          </a:p>
          <a:p>
            <a:pPr marL="285750" indent="-285750">
              <a:spcAft>
                <a:spcPts val="1200"/>
              </a:spcAft>
            </a:pPr>
            <a:r>
              <a:rPr lang="zh-TW" altLang="en-US" dirty="0"/>
              <a:t>參與課程</a:t>
            </a:r>
            <a:r>
              <a:rPr lang="zh-TW" altLang="en-US" dirty="0" smtClean="0"/>
              <a:t>學生：</a:t>
            </a:r>
            <a:endParaRPr lang="en-US" altLang="zh-TW" dirty="0" smtClean="0"/>
          </a:p>
          <a:p>
            <a:pPr marL="742950" lvl="1" indent="-285750">
              <a:spcAft>
                <a:spcPts val="1200"/>
              </a:spcAft>
            </a:pPr>
            <a:r>
              <a:rPr lang="zh-TW" altLang="en-US" dirty="0" smtClean="0">
                <a:latin typeface="華康華綜體W5(P)" pitchFamily="34" charset="-120"/>
                <a:ea typeface="華康華綜體W5(P)" pitchFamily="34" charset="-120"/>
              </a:rPr>
              <a:t>雙語實驗班共計：</a:t>
            </a:r>
            <a:r>
              <a:rPr lang="en-US" altLang="zh-TW" dirty="0" smtClean="0">
                <a:latin typeface="華康華綜體W5(P)" pitchFamily="34" charset="-120"/>
                <a:ea typeface="華康華綜體W5(P)" pitchFamily="34" charset="-120"/>
              </a:rPr>
              <a:t>134</a:t>
            </a:r>
            <a:r>
              <a:rPr lang="zh-TW" altLang="en-US" dirty="0" smtClean="0">
                <a:latin typeface="華康華綜體W5(P)" pitchFamily="34" charset="-120"/>
                <a:ea typeface="華康華綜體W5(P)" pitchFamily="34" charset="-120"/>
              </a:rPr>
              <a:t>位</a:t>
            </a:r>
            <a:endParaRPr lang="en-US" altLang="zh-TW" dirty="0" smtClean="0">
              <a:latin typeface="華康華綜體W5(P)" pitchFamily="34" charset="-120"/>
              <a:ea typeface="華康華綜體W5(P)" pitchFamily="34" charset="-120"/>
            </a:endParaRPr>
          </a:p>
          <a:p>
            <a:pPr marL="742950" lvl="1" indent="-285750">
              <a:spcAft>
                <a:spcPts val="1200"/>
              </a:spcAft>
            </a:pPr>
            <a:r>
              <a:rPr lang="zh-TW" altLang="en-US" dirty="0" smtClean="0">
                <a:latin typeface="華康華綜體W5(P)" pitchFamily="34" charset="-120"/>
                <a:ea typeface="華康華綜體W5(P)" pitchFamily="34" charset="-120"/>
              </a:rPr>
              <a:t>海選核心社群學生：</a:t>
            </a:r>
            <a:r>
              <a:rPr lang="en-US" altLang="zh-TW" dirty="0" smtClean="0">
                <a:latin typeface="華康華綜體W5(P)" pitchFamily="34" charset="-120"/>
                <a:ea typeface="華康華綜體W5(P)" pitchFamily="34" charset="-120"/>
              </a:rPr>
              <a:t>30</a:t>
            </a:r>
            <a:r>
              <a:rPr lang="zh-TW" altLang="en-US" dirty="0" smtClean="0">
                <a:latin typeface="華康華綜體W5(P)" pitchFamily="34" charset="-120"/>
                <a:ea typeface="華康華綜體W5(P)" pitchFamily="34" charset="-120"/>
              </a:rPr>
              <a:t>位</a:t>
            </a:r>
            <a:endParaRPr lang="en-US" altLang="zh-TW" dirty="0">
              <a:latin typeface="華康華綜體W5(P)" pitchFamily="34" charset="-120"/>
              <a:ea typeface="華康華綜體W5(P)" pitchFamily="34" charset="-120"/>
            </a:endParaRPr>
          </a:p>
        </p:txBody>
      </p:sp>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a:t>
            </a:fld>
            <a:endParaRPr lang="en-GB"/>
          </a:p>
        </p:txBody>
      </p:sp>
      <p:graphicFrame>
        <p:nvGraphicFramePr>
          <p:cNvPr id="3" name="資料庫圖表 2"/>
          <p:cNvGraphicFramePr/>
          <p:nvPr>
            <p:extLst>
              <p:ext uri="{D42A27DB-BD31-4B8C-83A1-F6EECF244321}">
                <p14:modId xmlns:p14="http://schemas.microsoft.com/office/powerpoint/2010/main" val="2563700976"/>
              </p:ext>
            </p:extLst>
          </p:nvPr>
        </p:nvGraphicFramePr>
        <p:xfrm>
          <a:off x="4283243" y="1131016"/>
          <a:ext cx="4661378" cy="3902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課程規劃</a:t>
            </a:r>
            <a:endParaRPr lang="zh-TW" altLang="en-US" dirty="0"/>
          </a:p>
        </p:txBody>
      </p:sp>
      <p:sp>
        <p:nvSpPr>
          <p:cNvPr id="3" name="文字版面配置區 2"/>
          <p:cNvSpPr>
            <a:spLocks noGrp="1"/>
          </p:cNvSpPr>
          <p:nvPr>
            <p:ph type="body" idx="1"/>
          </p:nvPr>
        </p:nvSpPr>
        <p:spPr/>
        <p:txBody>
          <a:bodyPr/>
          <a:lstStyle/>
          <a:p>
            <a:r>
              <a:rPr lang="zh-TW" altLang="en-US" dirty="0" smtClean="0"/>
              <a:t>跨國線上教學規劃</a:t>
            </a:r>
            <a:endParaRPr lang="en-US" altLang="zh-TW" dirty="0" smtClean="0"/>
          </a:p>
          <a:p>
            <a:pPr lvl="1"/>
            <a:r>
              <a:rPr lang="zh-TW" altLang="en-US" dirty="0" smtClean="0">
                <a:latin typeface="華康華綜體W5(P)" pitchFamily="34" charset="-120"/>
                <a:ea typeface="華康華綜體W5(P)" pitchFamily="34" charset="-120"/>
              </a:rPr>
              <a:t>校內建立番茄大視界雙語學習師生社群</a:t>
            </a:r>
            <a:endParaRPr lang="en-US" altLang="zh-TW" dirty="0" smtClean="0">
              <a:latin typeface="華康華綜體W5(P)" pitchFamily="34" charset="-120"/>
              <a:ea typeface="華康華綜體W5(P)" pitchFamily="34" charset="-120"/>
            </a:endParaRPr>
          </a:p>
          <a:p>
            <a:pPr lvl="1"/>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雙方</a:t>
            </a:r>
            <a:r>
              <a:rPr lang="zh-TW" altLang="en-US" dirty="0">
                <a:latin typeface="華康華綜體W5(P)" pitchFamily="34" charset="-120"/>
                <a:ea typeface="華康華綜體W5(P)" pitchFamily="34" charset="-120"/>
              </a:rPr>
              <a:t>各自</a:t>
            </a:r>
            <a:r>
              <a:rPr lang="zh-TW" altLang="en-US" dirty="0" smtClean="0">
                <a:latin typeface="華康華綜體W5(P)" pitchFamily="34" charset="-120"/>
                <a:ea typeface="華康華綜體W5(P)" pitchFamily="34" charset="-120"/>
              </a:rPr>
              <a:t>執行番茄與</a:t>
            </a:r>
            <a:r>
              <a:rPr lang="en-US" altLang="zh-TW" dirty="0" err="1" smtClean="0">
                <a:latin typeface="華康華綜體W5(P)" pitchFamily="34" charset="-120"/>
                <a:ea typeface="華康華綜體W5(P)" pitchFamily="34" charset="-120"/>
              </a:rPr>
              <a:t>SDGs</a:t>
            </a:r>
            <a:r>
              <a:rPr lang="zh-TW" altLang="en-US" dirty="0" smtClean="0">
                <a:latin typeface="華康華綜體W5(P)" pitchFamily="34" charset="-120"/>
                <a:ea typeface="華康華綜體W5(P)" pitchFamily="34" charset="-120"/>
              </a:rPr>
              <a:t>課程</a:t>
            </a:r>
            <a:endParaRPr lang="en-US" altLang="zh-TW" dirty="0" smtClean="0">
              <a:latin typeface="華康華綜體W5(P)" pitchFamily="34" charset="-120"/>
              <a:ea typeface="華康華綜體W5(P)" pitchFamily="34" charset="-120"/>
            </a:endParaRPr>
          </a:p>
          <a:p>
            <a:pPr lvl="1"/>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平時進行線上非同步學習心得交流</a:t>
            </a:r>
            <a:endParaRPr lang="en-US" altLang="zh-TW" dirty="0" smtClean="0">
              <a:latin typeface="華康華綜體W5(P)" pitchFamily="34" charset="-120"/>
              <a:ea typeface="華康華綜體W5(P)" pitchFamily="34" charset="-120"/>
            </a:endParaRPr>
          </a:p>
          <a:p>
            <a:pPr lvl="1"/>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選定專門主題於線上同步交流以聚焦</a:t>
            </a:r>
            <a:endParaRPr lang="en-US" altLang="zh-TW" dirty="0" smtClean="0">
              <a:latin typeface="華康華綜體W5(P)" pitchFamily="34" charset="-120"/>
              <a:ea typeface="華康華綜體W5(P)" pitchFamily="34" charset="-120"/>
            </a:endParaRPr>
          </a:p>
          <a:p>
            <a:pPr lvl="1"/>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交流前共備、時時群組聯繫協調</a:t>
            </a:r>
            <a:endParaRPr lang="en-US" altLang="zh-TW" dirty="0" smtClean="0">
              <a:latin typeface="華康華綜體W5(P)" pitchFamily="34" charset="-120"/>
              <a:ea typeface="華康華綜體W5(P)" pitchFamily="34" charset="-120"/>
            </a:endParaRPr>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5</a:t>
            </a:fld>
            <a:endParaRPr lang="en-GB"/>
          </a:p>
        </p:txBody>
      </p:sp>
      <p:graphicFrame>
        <p:nvGraphicFramePr>
          <p:cNvPr id="5" name="資料庫圖表 4"/>
          <p:cNvGraphicFramePr/>
          <p:nvPr>
            <p:extLst>
              <p:ext uri="{D42A27DB-BD31-4B8C-83A1-F6EECF244321}">
                <p14:modId xmlns:p14="http://schemas.microsoft.com/office/powerpoint/2010/main" val="452243043"/>
              </p:ext>
            </p:extLst>
          </p:nvPr>
        </p:nvGraphicFramePr>
        <p:xfrm>
          <a:off x="4675128" y="1175658"/>
          <a:ext cx="3522388" cy="34143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圓角矩形 6"/>
          <p:cNvSpPr/>
          <p:nvPr/>
        </p:nvSpPr>
        <p:spPr>
          <a:xfrm>
            <a:off x="2603934" y="4186990"/>
            <a:ext cx="3172570" cy="4400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本學期線上同步教學主題：</a:t>
            </a:r>
            <a:endParaRPr lang="en-US" altLang="zh-TW" dirty="0" smtClean="0">
              <a:latin typeface="華康華綜體W5(P)" pitchFamily="34" charset="-120"/>
              <a:ea typeface="華康華綜體W5(P)" pitchFamily="34" charset="-120"/>
            </a:endParaRPr>
          </a:p>
          <a:p>
            <a:pPr algn="ctr"/>
            <a:r>
              <a:rPr lang="zh-TW" altLang="en-US" dirty="0" smtClean="0">
                <a:latin typeface="華康華綜體W5(P)" pitchFamily="34" charset="-120"/>
                <a:ea typeface="華康華綜體W5(P)" pitchFamily="34" charset="-120"/>
              </a:rPr>
              <a:t>番茄文學明信片交換及語言交流</a:t>
            </a:r>
            <a:endParaRPr lang="zh-TW" altLang="en-US" dirty="0">
              <a:latin typeface="華康華綜體W5(P)" pitchFamily="34" charset="-120"/>
              <a:ea typeface="華康華綜體W5(P)" pitchFamily="34" charset="-120"/>
            </a:endParaRPr>
          </a:p>
        </p:txBody>
      </p:sp>
      <p:sp>
        <p:nvSpPr>
          <p:cNvPr id="6" name="矩形 5"/>
          <p:cNvSpPr/>
          <p:nvPr/>
        </p:nvSpPr>
        <p:spPr>
          <a:xfrm>
            <a:off x="5939625" y="3713259"/>
            <a:ext cx="978010" cy="913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4825653" y="3066854"/>
            <a:ext cx="978010" cy="91374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70358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arn(inVertical)">
                                      <p:cBhvr>
                                        <p:cTn id="14" dur="500"/>
                                        <p:tgtEl>
                                          <p:spTgt spid="8"/>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執行概況</a:t>
            </a:r>
          </a:p>
        </p:txBody>
      </p:sp>
      <p:sp>
        <p:nvSpPr>
          <p:cNvPr id="3" name="文字版面配置區 2"/>
          <p:cNvSpPr>
            <a:spLocks noGrp="1"/>
          </p:cNvSpPr>
          <p:nvPr>
            <p:ph type="body" idx="1"/>
          </p:nvPr>
        </p:nvSpPr>
        <p:spPr/>
        <p:txBody>
          <a:bodyPr/>
          <a:lstStyle/>
          <a:p>
            <a:r>
              <a:rPr lang="en-US" altLang="zh-TW" dirty="0" smtClean="0"/>
              <a:t>112</a:t>
            </a:r>
            <a:r>
              <a:rPr lang="zh-TW" altLang="en-US" dirty="0" smtClean="0"/>
              <a:t>學年度下學期執行概況</a:t>
            </a:r>
            <a:endParaRPr lang="zh-TW" altLang="en-US" dirty="0"/>
          </a:p>
        </p:txBody>
      </p:sp>
      <p:graphicFrame>
        <p:nvGraphicFramePr>
          <p:cNvPr id="4" name="資料庫圖表 3"/>
          <p:cNvGraphicFramePr/>
          <p:nvPr>
            <p:extLst>
              <p:ext uri="{D42A27DB-BD31-4B8C-83A1-F6EECF244321}">
                <p14:modId xmlns:p14="http://schemas.microsoft.com/office/powerpoint/2010/main" val="1910172161"/>
              </p:ext>
            </p:extLst>
          </p:nvPr>
        </p:nvGraphicFramePr>
        <p:xfrm>
          <a:off x="0" y="1860884"/>
          <a:ext cx="9144000" cy="23017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投影片編號版面配置區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6</a:t>
            </a:fld>
            <a:endParaRPr lang="en-GB"/>
          </a:p>
        </p:txBody>
      </p:sp>
    </p:spTree>
    <p:extLst>
      <p:ext uri="{BB962C8B-B14F-4D97-AF65-F5344CB8AC3E}">
        <p14:creationId xmlns:p14="http://schemas.microsoft.com/office/powerpoint/2010/main" val="39569945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a:t>
            </a:r>
            <a:endParaRPr lang="zh-TW" altLang="en-US" dirty="0"/>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7</a:t>
            </a:fld>
            <a:endParaRPr lang="en-GB"/>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6908" b="7112"/>
          <a:stretch/>
        </p:blipFill>
        <p:spPr bwMode="auto">
          <a:xfrm>
            <a:off x="931191" y="1193066"/>
            <a:ext cx="7281618" cy="3867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65338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a:t>
            </a:r>
            <a:endParaRPr lang="zh-TW" altLang="en-US" dirty="0"/>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8</a:t>
            </a:fld>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57" y="1273105"/>
            <a:ext cx="8892487" cy="3392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40091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a:t>
            </a:r>
            <a:endParaRPr lang="zh-TW" altLang="en-US" dirty="0"/>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9</a:t>
            </a:fld>
            <a:endParaRPr lang="en-GB"/>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27907" b="18114"/>
          <a:stretch/>
        </p:blipFill>
        <p:spPr bwMode="auto">
          <a:xfrm>
            <a:off x="526261" y="996564"/>
            <a:ext cx="8091478" cy="4146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40717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a:t>
            </a:r>
            <a:endParaRPr lang="zh-TW" altLang="en-US" dirty="0"/>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10</a:t>
            </a:fld>
            <a:endParaRPr lang="en-GB"/>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32136" b="29826"/>
          <a:stretch/>
        </p:blipFill>
        <p:spPr bwMode="auto">
          <a:xfrm>
            <a:off x="40739" y="1145434"/>
            <a:ext cx="9062522" cy="390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5792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a:t>執行</a:t>
            </a:r>
            <a:r>
              <a:rPr lang="zh-TW" altLang="en-US" dirty="0" smtClean="0"/>
              <a:t>概況：共備情形</a:t>
            </a:r>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1302121520"/>
              </p:ext>
            </p:extLst>
          </p:nvPr>
        </p:nvGraphicFramePr>
        <p:xfrm>
          <a:off x="837537" y="1303165"/>
          <a:ext cx="7468927" cy="3474720"/>
        </p:xfrm>
        <a:graphic>
          <a:graphicData uri="http://schemas.openxmlformats.org/drawingml/2006/table">
            <a:tbl>
              <a:tblPr firstRow="1" bandRow="1">
                <a:tableStyleId>{5C22544A-7EE6-4342-B048-85BDC9FD1C3A}</a:tableStyleId>
              </a:tblPr>
              <a:tblGrid>
                <a:gridCol w="1357064"/>
                <a:gridCol w="3698851"/>
                <a:gridCol w="767092"/>
                <a:gridCol w="1645920"/>
              </a:tblGrid>
              <a:tr h="286484">
                <a:tc>
                  <a:txBody>
                    <a:bodyPr/>
                    <a:lstStyle/>
                    <a:p>
                      <a:r>
                        <a:rPr lang="zh-TW" altLang="en-US" sz="1800" dirty="0" smtClean="0">
                          <a:latin typeface="華康華綜體W5(P)" pitchFamily="34" charset="-120"/>
                          <a:ea typeface="華康華綜體W5(P)" pitchFamily="34" charset="-120"/>
                        </a:rPr>
                        <a:t>時間</a:t>
                      </a:r>
                      <a:endParaRPr lang="zh-TW" altLang="en-US" sz="1800" dirty="0">
                        <a:latin typeface="華康華綜體W5(P)" pitchFamily="34" charset="-120"/>
                        <a:ea typeface="華康華綜體W5(P)" pitchFamily="34" charset="-120"/>
                      </a:endParaRPr>
                    </a:p>
                  </a:txBody>
                  <a:tcPr/>
                </a:tc>
                <a:tc>
                  <a:txBody>
                    <a:bodyPr/>
                    <a:lstStyle/>
                    <a:p>
                      <a:r>
                        <a:rPr lang="zh-TW" altLang="en-US" sz="1800" dirty="0" smtClean="0">
                          <a:latin typeface="華康華綜體W5(P)" pitchFamily="34" charset="-120"/>
                          <a:ea typeface="華康華綜體W5(P)" pitchFamily="34" charset="-120"/>
                        </a:rPr>
                        <a:t>科目</a:t>
                      </a:r>
                      <a:endParaRPr lang="zh-TW" altLang="en-US" sz="1800" dirty="0">
                        <a:latin typeface="華康華綜體W5(P)" pitchFamily="34" charset="-120"/>
                        <a:ea typeface="華康華綜體W5(P)" pitchFamily="34" charset="-120"/>
                      </a:endParaRPr>
                    </a:p>
                  </a:txBody>
                  <a:tcPr/>
                </a:tc>
                <a:tc>
                  <a:txBody>
                    <a:bodyPr/>
                    <a:lstStyle/>
                    <a:p>
                      <a:r>
                        <a:rPr lang="zh-TW" altLang="en-US" sz="1800" dirty="0" smtClean="0">
                          <a:latin typeface="華康華綜體W5(P)" pitchFamily="34" charset="-120"/>
                          <a:ea typeface="華康華綜體W5(P)" pitchFamily="34" charset="-120"/>
                        </a:rPr>
                        <a:t>形式</a:t>
                      </a:r>
                      <a:endParaRPr lang="zh-TW" altLang="en-US" sz="1800" dirty="0">
                        <a:latin typeface="華康華綜體W5(P)" pitchFamily="34" charset="-120"/>
                        <a:ea typeface="華康華綜體W5(P)" pitchFamily="34" charset="-120"/>
                      </a:endParaRPr>
                    </a:p>
                  </a:txBody>
                  <a:tcPr/>
                </a:tc>
                <a:tc>
                  <a:txBody>
                    <a:bodyPr/>
                    <a:lstStyle/>
                    <a:p>
                      <a:r>
                        <a:rPr lang="zh-TW" altLang="en-US" sz="1800" dirty="0" smtClean="0">
                          <a:latin typeface="華康華綜體W5(P)" pitchFamily="34" charset="-120"/>
                          <a:ea typeface="華康華綜體W5(P)" pitchFamily="34" charset="-120"/>
                        </a:rPr>
                        <a:t>參與教師人數</a:t>
                      </a:r>
                      <a:endParaRPr lang="zh-TW" altLang="en-US" sz="1800" dirty="0">
                        <a:latin typeface="華康華綜體W5(P)" pitchFamily="34" charset="-120"/>
                        <a:ea typeface="華康華綜體W5(P)" pitchFamily="34" charset="-120"/>
                      </a:endParaRPr>
                    </a:p>
                  </a:txBody>
                  <a:tcPr/>
                </a:tc>
              </a:tr>
              <a:tr h="0">
                <a:tc>
                  <a:txBody>
                    <a:bodyPr/>
                    <a:lstStyle/>
                    <a:p>
                      <a:pPr>
                        <a:spcAft>
                          <a:spcPts val="0"/>
                        </a:spcAft>
                      </a:pPr>
                      <a:r>
                        <a:rPr lang="en-US" sz="1200" kern="0" dirty="0">
                          <a:effectLst/>
                          <a:latin typeface="華康華綜體W5(P)" pitchFamily="34" charset="-120"/>
                          <a:ea typeface="華康華綜體W5(P)" pitchFamily="34" charset="-120"/>
                          <a:cs typeface="Times New Roman"/>
                        </a:rPr>
                        <a:t>2024.2.7(</a:t>
                      </a:r>
                      <a:r>
                        <a:rPr lang="zh-TW" sz="1200" kern="0" dirty="0">
                          <a:effectLst/>
                          <a:latin typeface="華康華綜體W5(P)" pitchFamily="34" charset="-120"/>
                          <a:ea typeface="華康華綜體W5(P)" pitchFamily="34" charset="-120"/>
                          <a:cs typeface="Arial"/>
                        </a:rPr>
                        <a:t>三</a:t>
                      </a:r>
                      <a:r>
                        <a:rPr lang="en-US" sz="1200" kern="0" dirty="0">
                          <a:effectLst/>
                          <a:latin typeface="華康華綜體W5(P)" pitchFamily="34" charset="-120"/>
                          <a:ea typeface="華康華綜體W5(P)" pitchFamily="34" charset="-120"/>
                          <a:cs typeface="Times New Roman"/>
                        </a:rPr>
                        <a:t>)</a:t>
                      </a:r>
                      <a:endParaRPr lang="zh-TW" sz="1200" kern="100" dirty="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zh-TW" altLang="en-US" sz="1200" dirty="0">
                          <a:effectLst/>
                          <a:latin typeface="華康華綜體W5(P)" pitchFamily="34" charset="-120"/>
                          <a:ea typeface="華康華綜體W5(P)" pitchFamily="34" charset="-120"/>
                        </a:rPr>
                        <a:t>恒絹、大益、睿慈</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實體</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校內共備</a:t>
                      </a:r>
                      <a:endParaRPr lang="zh-TW" sz="1200" kern="100" dirty="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a:t>
                      </a:r>
                      <a:r>
                        <a:rPr lang="zh-TW" sz="1200" kern="100" dirty="0" smtClean="0">
                          <a:effectLst/>
                          <a:latin typeface="華康華綜體W5(P)" pitchFamily="34" charset="-120"/>
                          <a:ea typeface="華康華綜體W5(P)" pitchFamily="34" charset="-120"/>
                          <a:cs typeface="Times New Roman"/>
                        </a:rPr>
                        <a:t>教師：</a:t>
                      </a:r>
                      <a:r>
                        <a:rPr lang="en-US" altLang="zh-TW" sz="1200" kern="100" dirty="0" smtClean="0">
                          <a:effectLst/>
                          <a:latin typeface="華康華綜體W5(P)" pitchFamily="34" charset="-120"/>
                          <a:ea typeface="華康華綜體W5(P)" pitchFamily="34" charset="-120"/>
                          <a:cs typeface="Times New Roman"/>
                        </a:rPr>
                        <a:t>3</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0">
                <a:tc>
                  <a:txBody>
                    <a:bodyPr/>
                    <a:lstStyle/>
                    <a:p>
                      <a:pPr>
                        <a:spcAft>
                          <a:spcPts val="0"/>
                        </a:spcAft>
                      </a:pPr>
                      <a:r>
                        <a:rPr lang="en-US" sz="1200" kern="0">
                          <a:effectLst/>
                          <a:latin typeface="華康華綜體W5(P)" pitchFamily="34" charset="-120"/>
                          <a:ea typeface="華康華綜體W5(P)" pitchFamily="34" charset="-120"/>
                          <a:cs typeface="Times New Roman"/>
                        </a:rPr>
                        <a:t>2024.2.16(</a:t>
                      </a:r>
                      <a:r>
                        <a:rPr lang="zh-TW" sz="1200" kern="0">
                          <a:effectLst/>
                          <a:latin typeface="華康華綜體W5(P)" pitchFamily="34" charset="-120"/>
                          <a:ea typeface="華康華綜體W5(P)" pitchFamily="34" charset="-120"/>
                          <a:cs typeface="Arial"/>
                        </a:rPr>
                        <a:t>五</a:t>
                      </a:r>
                      <a:r>
                        <a:rPr lang="en-US" sz="1200" kern="0">
                          <a:effectLst/>
                          <a:latin typeface="華康華綜體W5(P)" pitchFamily="34" charset="-120"/>
                          <a:ea typeface="華康華綜體W5(P)" pitchFamily="34" charset="-120"/>
                          <a:cs typeface="Times New Roman"/>
                        </a:rPr>
                        <a:t>)</a:t>
                      </a:r>
                      <a:endParaRPr lang="zh-TW" sz="1200" kern="10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zh-TW" altLang="en-US" sz="1200" dirty="0">
                          <a:effectLst/>
                          <a:latin typeface="華康華綜體W5(P)" pitchFamily="34" charset="-120"/>
                          <a:ea typeface="華康華綜體W5(P)" pitchFamily="34" charset="-120"/>
                        </a:rPr>
                        <a:t>恒絹、大益、睿慈、明芬、向雯、柏沅</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實體</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校內共備</a:t>
                      </a:r>
                      <a:endParaRPr lang="zh-TW" sz="1200" kern="100" dirty="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a:t>
                      </a:r>
                      <a:r>
                        <a:rPr lang="zh-TW" sz="1200" kern="100" dirty="0" smtClean="0">
                          <a:effectLst/>
                          <a:latin typeface="華康華綜體W5(P)" pitchFamily="34" charset="-120"/>
                          <a:ea typeface="華康華綜體W5(P)" pitchFamily="34" charset="-120"/>
                          <a:cs typeface="Times New Roman"/>
                        </a:rPr>
                        <a:t>教師：</a:t>
                      </a:r>
                      <a:r>
                        <a:rPr lang="en-US" altLang="zh-TW" sz="1200" kern="100" dirty="0" smtClean="0">
                          <a:effectLst/>
                          <a:latin typeface="華康華綜體W5(P)" pitchFamily="34" charset="-120"/>
                          <a:ea typeface="華康華綜體W5(P)" pitchFamily="34" charset="-120"/>
                          <a:cs typeface="Times New Roman"/>
                        </a:rPr>
                        <a:t>6</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105507">
                <a:tc>
                  <a:txBody>
                    <a:bodyPr/>
                    <a:lstStyle/>
                    <a:p>
                      <a:pPr>
                        <a:spcAft>
                          <a:spcPts val="0"/>
                        </a:spcAft>
                      </a:pPr>
                      <a:r>
                        <a:rPr lang="en-US" sz="1200" kern="0">
                          <a:effectLst/>
                          <a:latin typeface="華康華綜體W5(P)" pitchFamily="34" charset="-120"/>
                          <a:ea typeface="華康華綜體W5(P)" pitchFamily="34" charset="-120"/>
                          <a:cs typeface="Times New Roman"/>
                        </a:rPr>
                        <a:t>2024.2.22(</a:t>
                      </a:r>
                      <a:r>
                        <a:rPr lang="zh-TW" sz="1200" kern="0">
                          <a:effectLst/>
                          <a:latin typeface="華康華綜體W5(P)" pitchFamily="34" charset="-120"/>
                          <a:ea typeface="華康華綜體W5(P)" pitchFamily="34" charset="-120"/>
                          <a:cs typeface="Arial"/>
                        </a:rPr>
                        <a:t>四</a:t>
                      </a:r>
                      <a:r>
                        <a:rPr lang="en-US" sz="1200" kern="0">
                          <a:effectLst/>
                          <a:latin typeface="華康華綜體W5(P)" pitchFamily="34" charset="-120"/>
                          <a:ea typeface="華康華綜體W5(P)" pitchFamily="34" charset="-120"/>
                          <a:cs typeface="Times New Roman"/>
                        </a:rPr>
                        <a:t>)</a:t>
                      </a:r>
                      <a:endParaRPr lang="zh-TW" sz="1200" kern="10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en-US" sz="1200">
                          <a:effectLst/>
                          <a:latin typeface="華康華綜體W5(P)" pitchFamily="34" charset="-120"/>
                          <a:ea typeface="華康華綜體W5(P)" pitchFamily="34" charset="-120"/>
                        </a:rPr>
                        <a:t>Sydney、</a:t>
                      </a:r>
                      <a:r>
                        <a:rPr lang="zh-TW" altLang="en-US" sz="1200">
                          <a:effectLst/>
                          <a:latin typeface="華康華綜體W5(P)" pitchFamily="34" charset="-120"/>
                          <a:ea typeface="華康華綜體W5(P)" pitchFamily="34" charset="-120"/>
                        </a:rPr>
                        <a:t>恒絹、大益、睿慈、明芬、亮岑</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線上</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跨國線上共備</a:t>
                      </a:r>
                      <a:endParaRPr lang="en-US" altLang="zh-TW" sz="1200" kern="100" dirty="0" smtClean="0">
                        <a:effectLst/>
                        <a:latin typeface="華康華綜體W5(P)" pitchFamily="34" charset="-120"/>
                        <a:ea typeface="華康華綜體W5(P)" pitchFamily="34" charset="-120"/>
                        <a:cs typeface="Times New Roman"/>
                      </a:endParaRPr>
                    </a:p>
                    <a:p>
                      <a:pPr algn="just">
                        <a:spcAft>
                          <a:spcPts val="0"/>
                        </a:spcAft>
                      </a:pPr>
                      <a:r>
                        <a:rPr lang="zh-TW" sz="1200" kern="100" dirty="0" smtClean="0">
                          <a:effectLst/>
                          <a:latin typeface="華康華綜體W5(P)" pitchFamily="34" charset="-120"/>
                          <a:ea typeface="華康華綜體W5(P)" pitchFamily="34" charset="-120"/>
                          <a:cs typeface="Times New Roman"/>
                        </a:rPr>
                        <a:t>本校</a:t>
                      </a:r>
                      <a:r>
                        <a:rPr lang="zh-TW" sz="1200" kern="100" dirty="0">
                          <a:effectLst/>
                          <a:latin typeface="華康華綜體W5(P)" pitchFamily="34" charset="-120"/>
                          <a:ea typeface="華康華綜體W5(P)" pitchFamily="34" charset="-120"/>
                          <a:cs typeface="Times New Roman"/>
                        </a:rPr>
                        <a:t>教師</a:t>
                      </a:r>
                      <a:r>
                        <a:rPr lang="zh-TW" sz="1200" kern="100" dirty="0" smtClean="0">
                          <a:effectLst/>
                          <a:latin typeface="華康華綜體W5(P)" pitchFamily="34" charset="-120"/>
                          <a:ea typeface="華康華綜體W5(P)" pitchFamily="34" charset="-120"/>
                          <a:cs typeface="Times New Roman"/>
                        </a:rPr>
                        <a:t>：</a:t>
                      </a:r>
                      <a:r>
                        <a:rPr lang="en-US" altLang="zh-TW" sz="1200" kern="100" dirty="0" smtClean="0">
                          <a:effectLst/>
                          <a:latin typeface="華康華綜體W5(P)" pitchFamily="34" charset="-120"/>
                          <a:ea typeface="華康華綜體W5(P)" pitchFamily="34" charset="-120"/>
                          <a:cs typeface="Times New Roman"/>
                        </a:rPr>
                        <a:t>5</a:t>
                      </a:r>
                      <a:endParaRPr lang="zh-TW" sz="1200" kern="100" dirty="0">
                        <a:effectLst/>
                        <a:latin typeface="華康華綜體W5(P)" pitchFamily="34" charset="-120"/>
                        <a:ea typeface="華康華綜體W5(P)" pitchFamily="34" charset="-120"/>
                        <a:cs typeface="Times New Roman"/>
                      </a:endParaRPr>
                    </a:p>
                    <a:p>
                      <a:pPr algn="just">
                        <a:spcAft>
                          <a:spcPts val="0"/>
                        </a:spcAft>
                      </a:pPr>
                      <a:r>
                        <a:rPr lang="zh-TW" sz="1200" kern="100" dirty="0">
                          <a:effectLst/>
                          <a:latin typeface="華康華綜體W5(P)" pitchFamily="34" charset="-120"/>
                          <a:ea typeface="華康華綜體W5(P)" pitchFamily="34" charset="-120"/>
                          <a:cs typeface="Times New Roman"/>
                        </a:rPr>
                        <a:t>國外教師</a:t>
                      </a:r>
                      <a:r>
                        <a:rPr lang="zh-TW" sz="1200" kern="100" dirty="0" smtClean="0">
                          <a:effectLst/>
                          <a:latin typeface="華康華綜體W5(P)" pitchFamily="34" charset="-120"/>
                          <a:ea typeface="華康華綜體W5(P)" pitchFamily="34" charset="-120"/>
                          <a:cs typeface="Times New Roman"/>
                        </a:rPr>
                        <a:t>：</a:t>
                      </a:r>
                      <a:r>
                        <a:rPr lang="en-US" altLang="zh-TW" sz="1200" kern="100" dirty="0" smtClean="0">
                          <a:effectLst/>
                          <a:latin typeface="華康華綜體W5(P)" pitchFamily="34" charset="-120"/>
                          <a:ea typeface="華康華綜體W5(P)" pitchFamily="34" charset="-120"/>
                          <a:cs typeface="Times New Roman"/>
                        </a:rPr>
                        <a:t>1</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253218">
                <a:tc>
                  <a:txBody>
                    <a:bodyPr/>
                    <a:lstStyle/>
                    <a:p>
                      <a:pPr>
                        <a:spcAft>
                          <a:spcPts val="0"/>
                        </a:spcAft>
                      </a:pPr>
                      <a:r>
                        <a:rPr lang="en-US" sz="1200" kern="0">
                          <a:effectLst/>
                          <a:latin typeface="華康華綜體W5(P)" pitchFamily="34" charset="-120"/>
                          <a:ea typeface="華康華綜體W5(P)" pitchFamily="34" charset="-120"/>
                          <a:cs typeface="Times New Roman"/>
                        </a:rPr>
                        <a:t>2024.3.14(</a:t>
                      </a:r>
                      <a:r>
                        <a:rPr lang="zh-TW" sz="1200" kern="0">
                          <a:effectLst/>
                          <a:latin typeface="華康華綜體W5(P)" pitchFamily="34" charset="-120"/>
                          <a:ea typeface="華康華綜體W5(P)" pitchFamily="34" charset="-120"/>
                          <a:cs typeface="Arial"/>
                        </a:rPr>
                        <a:t>四</a:t>
                      </a:r>
                      <a:r>
                        <a:rPr lang="en-US" sz="1200" kern="0">
                          <a:effectLst/>
                          <a:latin typeface="華康華綜體W5(P)" pitchFamily="34" charset="-120"/>
                          <a:ea typeface="華康華綜體W5(P)" pitchFamily="34" charset="-120"/>
                          <a:cs typeface="Times New Roman"/>
                        </a:rPr>
                        <a:t>)</a:t>
                      </a:r>
                      <a:endParaRPr lang="zh-TW" sz="1200" kern="10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zh-TW" altLang="en-US" sz="1200">
                          <a:effectLst/>
                          <a:latin typeface="華康華綜體W5(P)" pitchFamily="34" charset="-120"/>
                          <a:ea typeface="華康華綜體W5(P)" pitchFamily="34" charset="-120"/>
                        </a:rPr>
                        <a:t>恒絹、大益、明芬、亮岑</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實體</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校內共備</a:t>
                      </a:r>
                      <a:endParaRPr lang="en-US" altLang="zh-TW" sz="1200" kern="100" dirty="0" smtClean="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本校教師：</a:t>
                      </a:r>
                      <a:r>
                        <a:rPr lang="en-US" altLang="zh-TW" sz="1200" kern="100" dirty="0" smtClean="0">
                          <a:effectLst/>
                          <a:latin typeface="華康華綜體W5(P)" pitchFamily="34" charset="-120"/>
                          <a:ea typeface="華康華綜體W5(P)" pitchFamily="34" charset="-120"/>
                          <a:cs typeface="Times New Roman"/>
                        </a:rPr>
                        <a:t>4</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129530">
                <a:tc>
                  <a:txBody>
                    <a:bodyPr/>
                    <a:lstStyle/>
                    <a:p>
                      <a:pPr>
                        <a:spcAft>
                          <a:spcPts val="0"/>
                        </a:spcAft>
                      </a:pPr>
                      <a:r>
                        <a:rPr lang="en-US" sz="1200" kern="0">
                          <a:effectLst/>
                          <a:latin typeface="華康華綜體W5(P)" pitchFamily="34" charset="-120"/>
                          <a:ea typeface="華康華綜體W5(P)" pitchFamily="34" charset="-120"/>
                          <a:cs typeface="Times New Roman"/>
                        </a:rPr>
                        <a:t>2024.3.28(</a:t>
                      </a:r>
                      <a:r>
                        <a:rPr lang="zh-TW" sz="1200" kern="0">
                          <a:effectLst/>
                          <a:latin typeface="華康華綜體W5(P)" pitchFamily="34" charset="-120"/>
                          <a:ea typeface="華康華綜體W5(P)" pitchFamily="34" charset="-120"/>
                          <a:cs typeface="Arial"/>
                        </a:rPr>
                        <a:t>四</a:t>
                      </a:r>
                      <a:r>
                        <a:rPr lang="en-US" sz="1200" kern="0">
                          <a:effectLst/>
                          <a:latin typeface="華康華綜體W5(P)" pitchFamily="34" charset="-120"/>
                          <a:ea typeface="華康華綜體W5(P)" pitchFamily="34" charset="-120"/>
                          <a:cs typeface="Times New Roman"/>
                        </a:rPr>
                        <a:t>)</a:t>
                      </a:r>
                      <a:endParaRPr lang="zh-TW" sz="1200" kern="10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en-US" sz="1200" dirty="0">
                          <a:effectLst/>
                          <a:latin typeface="華康華綜體W5(P)" pitchFamily="34" charset="-120"/>
                          <a:ea typeface="華康華綜體W5(P)" pitchFamily="34" charset="-120"/>
                        </a:rPr>
                        <a:t>Sydney、</a:t>
                      </a:r>
                      <a:r>
                        <a:rPr lang="zh-TW" altLang="en-US" sz="1200" dirty="0">
                          <a:effectLst/>
                          <a:latin typeface="華康華綜體W5(P)" pitchFamily="34" charset="-120"/>
                          <a:ea typeface="華康華綜體W5(P)" pitchFamily="34" charset="-120"/>
                        </a:rPr>
                        <a:t>恒絹、大益、明芬</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線上</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跨國線上共備</a:t>
                      </a:r>
                      <a:endParaRPr lang="en-US" altLang="zh-TW" sz="1200" kern="100" dirty="0" smtClean="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本校教師：</a:t>
                      </a:r>
                      <a:r>
                        <a:rPr lang="en-US" altLang="zh-TW" sz="1200" kern="100" dirty="0" smtClean="0">
                          <a:effectLst/>
                          <a:latin typeface="華康華綜體W5(P)" pitchFamily="34" charset="-120"/>
                          <a:ea typeface="華康華綜體W5(P)" pitchFamily="34" charset="-120"/>
                          <a:cs typeface="Times New Roman"/>
                        </a:rPr>
                        <a:t>3</a:t>
                      </a:r>
                    </a:p>
                    <a:p>
                      <a:pPr algn="just">
                        <a:spcAft>
                          <a:spcPts val="0"/>
                        </a:spcAft>
                      </a:pPr>
                      <a:r>
                        <a:rPr lang="zh-TW" altLang="en-US" sz="1200" kern="100" dirty="0" smtClean="0">
                          <a:effectLst/>
                          <a:latin typeface="華康華綜體W5(P)" pitchFamily="34" charset="-120"/>
                          <a:ea typeface="華康華綜體W5(P)" pitchFamily="34" charset="-120"/>
                          <a:cs typeface="Times New Roman"/>
                        </a:rPr>
                        <a:t>國外教師：</a:t>
                      </a:r>
                      <a:r>
                        <a:rPr lang="en-US" altLang="zh-TW" sz="1200" kern="100" dirty="0" smtClean="0">
                          <a:effectLst/>
                          <a:latin typeface="華康華綜體W5(P)" pitchFamily="34" charset="-120"/>
                          <a:ea typeface="華康華綜體W5(P)" pitchFamily="34" charset="-120"/>
                          <a:cs typeface="Times New Roman"/>
                        </a:rPr>
                        <a:t>1</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0">
                <a:tc>
                  <a:txBody>
                    <a:bodyPr/>
                    <a:lstStyle/>
                    <a:p>
                      <a:pPr>
                        <a:spcAft>
                          <a:spcPts val="0"/>
                        </a:spcAft>
                      </a:pPr>
                      <a:r>
                        <a:rPr lang="en-US" sz="1200" kern="0">
                          <a:effectLst/>
                          <a:latin typeface="華康華綜體W5(P)" pitchFamily="34" charset="-120"/>
                          <a:ea typeface="華康華綜體W5(P)" pitchFamily="34" charset="-120"/>
                          <a:cs typeface="Times New Roman"/>
                        </a:rPr>
                        <a:t>2024.4.7(</a:t>
                      </a:r>
                      <a:r>
                        <a:rPr lang="zh-TW" sz="1200" kern="0">
                          <a:effectLst/>
                          <a:latin typeface="華康華綜體W5(P)" pitchFamily="34" charset="-120"/>
                          <a:ea typeface="華康華綜體W5(P)" pitchFamily="34" charset="-120"/>
                          <a:cs typeface="Arial"/>
                        </a:rPr>
                        <a:t>日</a:t>
                      </a:r>
                      <a:r>
                        <a:rPr lang="en-US" sz="1200" kern="0">
                          <a:effectLst/>
                          <a:latin typeface="華康華綜體W5(P)" pitchFamily="34" charset="-120"/>
                          <a:ea typeface="華康華綜體W5(P)" pitchFamily="34" charset="-120"/>
                          <a:cs typeface="Times New Roman"/>
                        </a:rPr>
                        <a:t>)</a:t>
                      </a:r>
                      <a:endParaRPr lang="zh-TW" sz="1200" kern="10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zh-TW" altLang="en-US" sz="1200">
                          <a:effectLst/>
                          <a:latin typeface="華康華綜體W5(P)" pitchFamily="34" charset="-120"/>
                          <a:ea typeface="華康華綜體W5(P)" pitchFamily="34" charset="-120"/>
                        </a:rPr>
                        <a:t>恒絹、大益、睿慈、明芬、向雯、宜娟、亮岑</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線上</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校內共備</a:t>
                      </a:r>
                      <a:endParaRPr lang="en-US" altLang="zh-TW" sz="1200" kern="100" dirty="0" smtClean="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本校教師：</a:t>
                      </a:r>
                      <a:r>
                        <a:rPr lang="en-US" altLang="zh-TW" sz="1200" kern="100" dirty="0" smtClean="0">
                          <a:effectLst/>
                          <a:latin typeface="華康華綜體W5(P)" pitchFamily="34" charset="-120"/>
                          <a:ea typeface="華康華綜體W5(P)" pitchFamily="34" charset="-120"/>
                          <a:cs typeface="Times New Roman"/>
                        </a:rPr>
                        <a:t>7</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r h="0">
                <a:tc>
                  <a:txBody>
                    <a:bodyPr/>
                    <a:lstStyle/>
                    <a:p>
                      <a:pPr>
                        <a:spcAft>
                          <a:spcPts val="0"/>
                        </a:spcAft>
                      </a:pPr>
                      <a:r>
                        <a:rPr lang="en-US" sz="1200" kern="0" dirty="0">
                          <a:effectLst/>
                          <a:latin typeface="華康華綜體W5(P)" pitchFamily="34" charset="-120"/>
                          <a:ea typeface="華康華綜體W5(P)" pitchFamily="34" charset="-120"/>
                          <a:cs typeface="Times New Roman"/>
                        </a:rPr>
                        <a:t>2024.4.9(</a:t>
                      </a:r>
                      <a:r>
                        <a:rPr lang="zh-TW" sz="1200" kern="0" dirty="0">
                          <a:effectLst/>
                          <a:latin typeface="華康華綜體W5(P)" pitchFamily="34" charset="-120"/>
                          <a:ea typeface="華康華綜體W5(P)" pitchFamily="34" charset="-120"/>
                          <a:cs typeface="Arial"/>
                        </a:rPr>
                        <a:t>二</a:t>
                      </a:r>
                      <a:r>
                        <a:rPr lang="en-US" sz="1200" kern="0" dirty="0">
                          <a:effectLst/>
                          <a:latin typeface="華康華綜體W5(P)" pitchFamily="34" charset="-120"/>
                          <a:ea typeface="華康華綜體W5(P)" pitchFamily="34" charset="-120"/>
                          <a:cs typeface="Times New Roman"/>
                        </a:rPr>
                        <a:t>)</a:t>
                      </a:r>
                      <a:endParaRPr lang="zh-TW" sz="1200" kern="100" dirty="0">
                        <a:effectLst/>
                        <a:latin typeface="華康華綜體W5(P)" pitchFamily="34" charset="-120"/>
                        <a:ea typeface="華康華綜體W5(P)" pitchFamily="34" charset="-120"/>
                        <a:cs typeface="Times New Roman"/>
                      </a:endParaRPr>
                    </a:p>
                  </a:txBody>
                  <a:tcPr marL="28575" marR="28575" marT="19050" marB="19050" anchor="ctr"/>
                </a:tc>
                <a:tc>
                  <a:txBody>
                    <a:bodyPr/>
                    <a:lstStyle/>
                    <a:p>
                      <a:pPr rtl="0" fontAlgn="b"/>
                      <a:r>
                        <a:rPr lang="en-US" sz="1200" dirty="0" err="1">
                          <a:effectLst/>
                          <a:latin typeface="華康華綜體W5(P)" pitchFamily="34" charset="-120"/>
                          <a:ea typeface="華康華綜體W5(P)" pitchFamily="34" charset="-120"/>
                        </a:rPr>
                        <a:t>Sydney、Mei</a:t>
                      </a:r>
                      <a:r>
                        <a:rPr lang="en-US" sz="1200" dirty="0">
                          <a:effectLst/>
                          <a:latin typeface="華康華綜體W5(P)" pitchFamily="34" charset="-120"/>
                          <a:ea typeface="華康華綜體W5(P)" pitchFamily="34" charset="-120"/>
                        </a:rPr>
                        <a:t> Hu、</a:t>
                      </a:r>
                      <a:r>
                        <a:rPr lang="zh-TW" altLang="en-US" sz="1200" dirty="0">
                          <a:effectLst/>
                          <a:latin typeface="華康華綜體W5(P)" pitchFamily="34" charset="-120"/>
                          <a:ea typeface="華康華綜體W5(P)" pitchFamily="34" charset="-120"/>
                        </a:rPr>
                        <a:t>恒絹、大益、明芬</a:t>
                      </a:r>
                    </a:p>
                  </a:txBody>
                  <a:tcPr marL="19050" marR="19050" marT="12700" marB="1270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線上</a:t>
                      </a:r>
                      <a:endParaRPr lang="en-US" altLang="zh-TW" sz="1200" kern="100" dirty="0" smtClean="0">
                        <a:effectLst/>
                        <a:latin typeface="華康華綜體W5(P)" pitchFamily="34" charset="-120"/>
                        <a:ea typeface="華康華綜體W5(P)" pitchFamily="34" charset="-120"/>
                        <a:cs typeface="Times New Roman"/>
                      </a:endParaRPr>
                    </a:p>
                  </a:txBody>
                  <a:tcPr marL="68580" marR="68580" marT="0" marB="0" anchor="ctr"/>
                </a:tc>
                <a:tc>
                  <a:txBody>
                    <a:bodyPr/>
                    <a:lstStyle/>
                    <a:p>
                      <a:pPr algn="just">
                        <a:spcAft>
                          <a:spcPts val="0"/>
                        </a:spcAft>
                      </a:pPr>
                      <a:r>
                        <a:rPr lang="zh-TW" altLang="en-US" sz="1200" kern="100" dirty="0" smtClean="0">
                          <a:effectLst/>
                          <a:latin typeface="華康華綜體W5(P)" pitchFamily="34" charset="-120"/>
                          <a:ea typeface="華康華綜體W5(P)" pitchFamily="34" charset="-120"/>
                          <a:cs typeface="Times New Roman"/>
                        </a:rPr>
                        <a:t>跨國線上共備</a:t>
                      </a:r>
                      <a:endParaRPr lang="en-US" altLang="zh-TW" sz="1200" kern="100" dirty="0" smtClean="0">
                        <a:effectLst/>
                        <a:latin typeface="華康華綜體W5(P)" pitchFamily="34" charset="-120"/>
                        <a:ea typeface="華康華綜體W5(P)" pitchFamily="34" charset="-120"/>
                        <a:cs typeface="Times New Roman"/>
                      </a:endParaRPr>
                    </a:p>
                    <a:p>
                      <a:pPr algn="just">
                        <a:spcAft>
                          <a:spcPts val="0"/>
                        </a:spcAft>
                      </a:pPr>
                      <a:r>
                        <a:rPr lang="zh-TW" altLang="en-US" sz="1200" kern="100" dirty="0" smtClean="0">
                          <a:effectLst/>
                          <a:latin typeface="華康華綜體W5(P)" pitchFamily="34" charset="-120"/>
                          <a:ea typeface="華康華綜體W5(P)" pitchFamily="34" charset="-120"/>
                          <a:cs typeface="Times New Roman"/>
                        </a:rPr>
                        <a:t>本校教師：</a:t>
                      </a:r>
                      <a:r>
                        <a:rPr lang="en-US" altLang="zh-TW" sz="1200" kern="100" dirty="0" smtClean="0">
                          <a:effectLst/>
                          <a:latin typeface="華康華綜體W5(P)" pitchFamily="34" charset="-120"/>
                          <a:ea typeface="華康華綜體W5(P)" pitchFamily="34" charset="-120"/>
                          <a:cs typeface="Times New Roman"/>
                        </a:rPr>
                        <a:t>3</a:t>
                      </a:r>
                    </a:p>
                    <a:p>
                      <a:pPr algn="just">
                        <a:spcAft>
                          <a:spcPts val="0"/>
                        </a:spcAft>
                      </a:pPr>
                      <a:r>
                        <a:rPr lang="zh-TW" altLang="en-US" sz="1200" kern="100" dirty="0" smtClean="0">
                          <a:effectLst/>
                          <a:latin typeface="華康華綜體W5(P)" pitchFamily="34" charset="-120"/>
                          <a:ea typeface="華康華綜體W5(P)" pitchFamily="34" charset="-120"/>
                          <a:cs typeface="Times New Roman"/>
                        </a:rPr>
                        <a:t>國外教師：</a:t>
                      </a:r>
                      <a:r>
                        <a:rPr lang="en-US" altLang="zh-TW" sz="1200" kern="100" dirty="0" smtClean="0">
                          <a:effectLst/>
                          <a:latin typeface="華康華綜體W5(P)" pitchFamily="34" charset="-120"/>
                          <a:ea typeface="華康華綜體W5(P)" pitchFamily="34" charset="-120"/>
                          <a:cs typeface="Times New Roman"/>
                        </a:rPr>
                        <a:t>2</a:t>
                      </a:r>
                      <a:endParaRPr lang="zh-TW" sz="1200" kern="100" dirty="0">
                        <a:effectLst/>
                        <a:latin typeface="華康華綜體W5(P)" pitchFamily="34" charset="-120"/>
                        <a:ea typeface="華康華綜體W5(P)" pitchFamily="34" charset="-120"/>
                        <a:cs typeface="Times New Roman"/>
                      </a:endParaRPr>
                    </a:p>
                  </a:txBody>
                  <a:tcPr marL="68580" marR="68580" marT="0" marB="0" anchor="ctr"/>
                </a:tc>
              </a:tr>
            </a:tbl>
          </a:graphicData>
        </a:graphic>
      </p:graphicFrame>
      <p:sp>
        <p:nvSpPr>
          <p:cNvPr id="5" name="投影片編號版面配置區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11</a:t>
            </a:fld>
            <a:endParaRPr lang="en-GB"/>
          </a:p>
        </p:txBody>
      </p:sp>
    </p:spTree>
    <p:extLst>
      <p:ext uri="{BB962C8B-B14F-4D97-AF65-F5344CB8AC3E}">
        <p14:creationId xmlns:p14="http://schemas.microsoft.com/office/powerpoint/2010/main" val="23841415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12</a:t>
            </a:fld>
            <a:endParaRPr lang="en-GB"/>
          </a:p>
        </p:txBody>
      </p:sp>
      <p:sp>
        <p:nvSpPr>
          <p:cNvPr id="8" name="圓角矩形 7"/>
          <p:cNvSpPr/>
          <p:nvPr/>
        </p:nvSpPr>
        <p:spPr>
          <a:xfrm>
            <a:off x="3843048" y="2305742"/>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a:latin typeface="華康華綜體W5(P)" pitchFamily="34" charset="-120"/>
                <a:ea typeface="華康華綜體W5(P)" pitchFamily="34" charset="-120"/>
              </a:rPr>
              <a:t>歷次共</a:t>
            </a:r>
            <a:r>
              <a:rPr lang="zh-TW" altLang="en-US" dirty="0" smtClean="0">
                <a:latin typeface="華康華綜體W5(P)" pitchFamily="34" charset="-120"/>
                <a:ea typeface="華康華綜體W5(P)" pitchFamily="34" charset="-120"/>
              </a:rPr>
              <a:t>備情形</a:t>
            </a:r>
            <a:endParaRPr lang="en-US" altLang="zh-TW" dirty="0" smtClean="0">
              <a:latin typeface="華康華綜體W5(P)" pitchFamily="34" charset="-120"/>
              <a:ea typeface="華康華綜體W5(P)" pitchFamily="34" charset="-120"/>
            </a:endParaRPr>
          </a:p>
          <a:p>
            <a:pPr algn="ctr"/>
            <a:r>
              <a:rPr lang="zh-TW" altLang="en-US" dirty="0">
                <a:latin typeface="華康華綜體W5(P)" pitchFamily="34" charset="-120"/>
                <a:ea typeface="華康華綜體W5(P)" pitchFamily="34" charset="-120"/>
              </a:rPr>
              <a:t>校內與跨國</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0000"/>
            <a:ext cx="3200000"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03077"/>
            <a:ext cx="3200000" cy="180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4000" y="3003077"/>
            <a:ext cx="32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3003077"/>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72000" y="300000"/>
            <a:ext cx="2400000" cy="1800000"/>
          </a:xfrm>
          <a:prstGeom prst="rect">
            <a:avLst/>
          </a:prstGeom>
          <a:ln>
            <a:noFill/>
          </a:ln>
          <a:effectLst>
            <a:softEdge rad="112500"/>
          </a:effectLst>
        </p:spPr>
      </p:pic>
      <p:pic>
        <p:nvPicPr>
          <p:cNvPr id="9" name="圖片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44000" y="300000"/>
            <a:ext cx="3200000" cy="1800000"/>
          </a:xfrm>
          <a:prstGeom prst="rect">
            <a:avLst/>
          </a:prstGeom>
          <a:ln>
            <a:noFill/>
          </a:ln>
          <a:effectLst>
            <a:softEdge rad="112500"/>
          </a:effectLst>
        </p:spPr>
      </p:pic>
    </p:spTree>
    <p:extLst>
      <p:ext uri="{BB962C8B-B14F-4D97-AF65-F5344CB8AC3E}">
        <p14:creationId xmlns:p14="http://schemas.microsoft.com/office/powerpoint/2010/main" val="26729420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執行概況：非同步交流</a:t>
            </a:r>
            <a:endParaRPr lang="zh-TW" altLang="en-US" dirty="0"/>
          </a:p>
        </p:txBody>
      </p:sp>
      <p:sp>
        <p:nvSpPr>
          <p:cNvPr id="3" name="文字版面配置區 2"/>
          <p:cNvSpPr>
            <a:spLocks noGrp="1"/>
          </p:cNvSpPr>
          <p:nvPr>
            <p:ph type="body" idx="1"/>
          </p:nvPr>
        </p:nvSpPr>
        <p:spPr>
          <a:xfrm>
            <a:off x="311700" y="1152474"/>
            <a:ext cx="8117280" cy="3872749"/>
          </a:xfrm>
        </p:spPr>
        <p:txBody>
          <a:bodyPr>
            <a:normAutofit/>
          </a:bodyPr>
          <a:lstStyle/>
          <a:p>
            <a:r>
              <a:rPr lang="en-US" altLang="zh-TW" b="1" dirty="0" smtClean="0"/>
              <a:t>Headwaters School</a:t>
            </a:r>
          </a:p>
          <a:p>
            <a:pPr marL="139700" indent="0">
              <a:buNone/>
            </a:pPr>
            <a:r>
              <a:rPr lang="zh-TW" altLang="en-US" b="1" dirty="0"/>
              <a:t> </a:t>
            </a:r>
            <a:r>
              <a:rPr lang="zh-TW" altLang="en-US" b="1" dirty="0" smtClean="0"/>
              <a:t>  </a:t>
            </a:r>
            <a:r>
              <a:rPr lang="zh-TW" altLang="en-US" b="1" dirty="0"/>
              <a:t> </a:t>
            </a:r>
            <a:r>
              <a:rPr lang="zh-TW" altLang="en-US" b="1" dirty="0" smtClean="0"/>
              <a:t> 美國</a:t>
            </a:r>
            <a:r>
              <a:rPr lang="zh-TW" altLang="en-US" b="1" dirty="0"/>
              <a:t>德克薩斯</a:t>
            </a:r>
            <a:r>
              <a:rPr lang="zh-TW" altLang="en-US" b="1" dirty="0" smtClean="0"/>
              <a:t>州－源流中學</a:t>
            </a:r>
            <a:endParaRPr lang="en-US" altLang="zh-TW" b="1" dirty="0" smtClean="0"/>
          </a:p>
          <a:p>
            <a:endParaRPr lang="en-US" altLang="zh-TW" dirty="0" smtClean="0"/>
          </a:p>
          <a:p>
            <a:r>
              <a:rPr lang="zh-TW" altLang="en-US" dirty="0" smtClean="0"/>
              <a:t>線上非同步交流</a:t>
            </a:r>
            <a:endParaRPr lang="en-US" altLang="zh-TW" dirty="0" smtClean="0"/>
          </a:p>
          <a:p>
            <a:pPr lvl="1"/>
            <a:r>
              <a:rPr lang="en-US" altLang="zh-TW" dirty="0" err="1" smtClean="0">
                <a:latin typeface="華康華綜體W5(P)" pitchFamily="34" charset="-120"/>
                <a:ea typeface="華康華綜體W5(P)" pitchFamily="34" charset="-120"/>
              </a:rPr>
              <a:t>Padlet</a:t>
            </a:r>
            <a:r>
              <a:rPr lang="zh-TW" altLang="en-US" dirty="0" smtClean="0">
                <a:latin typeface="華康華綜體W5(P)" pitchFamily="34" charset="-120"/>
                <a:ea typeface="華康華綜體W5(P)" pitchFamily="34" charset="-120"/>
              </a:rPr>
              <a:t>平台</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雙方學生自介</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線上交流心得分享</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課程</a:t>
            </a:r>
            <a:r>
              <a:rPr lang="zh-TW" altLang="en-US" dirty="0" smtClean="0">
                <a:latin typeface="華康華綜體W5(P)" pitchFamily="34" charset="-120"/>
                <a:ea typeface="華康華綜體W5(P)" pitchFamily="34" charset="-120"/>
              </a:rPr>
              <a:t>執行成果分享</a:t>
            </a:r>
            <a:endParaRPr lang="en-US" altLang="zh-TW" dirty="0" smtClean="0">
              <a:latin typeface="華康華綜體W5(P)" pitchFamily="34" charset="-120"/>
              <a:ea typeface="華康華綜體W5(P)" pitchFamily="34" charset="-120"/>
            </a:endParaRPr>
          </a:p>
          <a:p>
            <a:pPr lvl="1"/>
            <a:endParaRPr lang="en-US" altLang="zh-TW" dirty="0" smtClean="0">
              <a:latin typeface="華康華綜體W5(P)" pitchFamily="34" charset="-120"/>
              <a:ea typeface="華康華綜體W5(P)" pitchFamily="34" charset="-120"/>
            </a:endParaRPr>
          </a:p>
          <a:p>
            <a:r>
              <a:rPr lang="zh-TW" altLang="en-US" dirty="0" smtClean="0">
                <a:latin typeface="華康華綜體W5(P)" pitchFamily="34" charset="-120"/>
                <a:ea typeface="華康華綜體W5(P)" pitchFamily="34" charset="-120"/>
              </a:rPr>
              <a:t>線上同步交流</a:t>
            </a:r>
            <a:endParaRPr lang="en-US" altLang="zh-TW" dirty="0" smtClean="0">
              <a:latin typeface="華康華綜體W5(P)" pitchFamily="34" charset="-120"/>
              <a:ea typeface="華康華綜體W5(P)" pitchFamily="34" charset="-120"/>
            </a:endParaRPr>
          </a:p>
          <a:p>
            <a:pPr lvl="1"/>
            <a:r>
              <a:rPr lang="en-US" altLang="zh-TW" dirty="0" smtClean="0">
                <a:latin typeface="華康華綜體W5(P)" pitchFamily="34" charset="-120"/>
                <a:ea typeface="華康華綜體W5(P)" pitchFamily="34" charset="-120"/>
              </a:rPr>
              <a:t>Google</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Zoom</a:t>
            </a:r>
            <a:r>
              <a:rPr lang="zh-TW" altLang="en-US" dirty="0" smtClean="0">
                <a:latin typeface="華康華綜體W5(P)" pitchFamily="34" charset="-120"/>
                <a:ea typeface="華康華綜體W5(P)" pitchFamily="34" charset="-120"/>
              </a:rPr>
              <a:t>平台</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相見歡與交流主題分配</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雙方學生基本介紹</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雙方</a:t>
            </a:r>
            <a:r>
              <a:rPr lang="zh-TW" altLang="en-US" dirty="0" smtClean="0">
                <a:latin typeface="華康華綜體W5(P)" pitchFamily="34" charset="-120"/>
                <a:ea typeface="華康華綜體W5(P)" pitchFamily="34" charset="-120"/>
              </a:rPr>
              <a:t>教師線上教授文學及明信片交換課程</a:t>
            </a:r>
            <a:endParaRPr lang="en-US" altLang="zh-TW" dirty="0" smtClean="0">
              <a:latin typeface="華康華綜體W5(P)" pitchFamily="34" charset="-120"/>
              <a:ea typeface="華康華綜體W5(P)" pitchFamily="34" charset="-120"/>
            </a:endParaRPr>
          </a:p>
        </p:txBody>
      </p:sp>
      <p:sp>
        <p:nvSpPr>
          <p:cNvPr id="5" name="投影片編號版面配置區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13</a:t>
            </a:fld>
            <a:endParaRPr lang="en-GB"/>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805" y="2319157"/>
            <a:ext cx="4470671" cy="2758791"/>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圖片 5"/>
          <p:cNvPicPr>
            <a:picLocks noChangeAspect="1"/>
          </p:cNvPicPr>
          <p:nvPr/>
        </p:nvPicPr>
        <p:blipFill rotWithShape="1">
          <a:blip r:embed="rId3">
            <a:extLst>
              <a:ext uri="{28A0092B-C50C-407E-A947-70E740481C1C}">
                <a14:useLocalDpi xmlns:a14="http://schemas.microsoft.com/office/drawing/2010/main" val="0"/>
              </a:ext>
            </a:extLst>
          </a:blip>
          <a:srcRect b="5855"/>
          <a:stretch/>
        </p:blipFill>
        <p:spPr>
          <a:xfrm>
            <a:off x="4624460" y="-26477"/>
            <a:ext cx="4429359" cy="2345634"/>
          </a:xfrm>
          <a:prstGeom prst="rect">
            <a:avLst/>
          </a:prstGeom>
          <a:ln>
            <a:noFill/>
          </a:ln>
          <a:effectLst>
            <a:softEdge rad="112500"/>
          </a:effectLst>
        </p:spPr>
      </p:pic>
    </p:spTree>
    <p:extLst>
      <p:ext uri="{BB962C8B-B14F-4D97-AF65-F5344CB8AC3E}">
        <p14:creationId xmlns:p14="http://schemas.microsoft.com/office/powerpoint/2010/main" val="2036146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執行概況：校內課程</a:t>
            </a:r>
            <a:endParaRPr lang="zh-TW" altLang="en-US" dirty="0"/>
          </a:p>
        </p:txBody>
      </p:sp>
      <p:sp>
        <p:nvSpPr>
          <p:cNvPr id="3" name="文字版面配置區 2"/>
          <p:cNvSpPr>
            <a:spLocks noGrp="1"/>
          </p:cNvSpPr>
          <p:nvPr>
            <p:ph type="body" idx="1"/>
          </p:nvPr>
        </p:nvSpPr>
        <p:spPr>
          <a:xfrm>
            <a:off x="0" y="1152474"/>
            <a:ext cx="4548146" cy="3991025"/>
          </a:xfrm>
        </p:spPr>
        <p:txBody>
          <a:bodyPr>
            <a:normAutofit/>
          </a:bodyPr>
          <a:lstStyle/>
          <a:p>
            <a:r>
              <a:rPr lang="en-US" altLang="zh-TW" dirty="0" smtClean="0"/>
              <a:t>112-2</a:t>
            </a:r>
            <a:r>
              <a:rPr lang="zh-TW" altLang="en-US" dirty="0" smtClean="0"/>
              <a:t>校內雙語課程社群執行情況</a:t>
            </a:r>
            <a:endParaRPr lang="en-US" altLang="zh-TW" dirty="0" smtClean="0"/>
          </a:p>
          <a:p>
            <a:pPr lvl="1"/>
            <a:r>
              <a:rPr lang="zh-TW" altLang="en-US" dirty="0" smtClean="0">
                <a:latin typeface="華康華綜體W5(P)" pitchFamily="34" charset="-120"/>
                <a:ea typeface="華康華綜體W5(P)" pitchFamily="34" charset="-120"/>
              </a:rPr>
              <a:t>第一次</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時間：</a:t>
            </a:r>
            <a:r>
              <a:rPr lang="en-US" altLang="zh-TW" dirty="0" smtClean="0">
                <a:latin typeface="華康華綜體W5(P)" pitchFamily="34" charset="-120"/>
                <a:ea typeface="華康華綜體W5(P)" pitchFamily="34" charset="-120"/>
              </a:rPr>
              <a:t>2/21(</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p>
          <a:p>
            <a:pPr lvl="2"/>
            <a:r>
              <a:rPr lang="zh-TW" altLang="en-US" dirty="0" smtClean="0">
                <a:latin typeface="華康華綜體W5(P)" pitchFamily="34" charset="-120"/>
                <a:ea typeface="華康華綜體W5(P)" pitchFamily="34" charset="-120"/>
              </a:rPr>
              <a:t>主題：</a:t>
            </a:r>
            <a:r>
              <a:rPr lang="zh-TW" altLang="en-US" dirty="0">
                <a:latin typeface="華康華綜體W5(P)" pitchFamily="34" charset="-120"/>
                <a:ea typeface="華康華綜體W5(P)" pitchFamily="34" charset="-120"/>
              </a:rPr>
              <a:t>番茄文學與</a:t>
            </a:r>
            <a:r>
              <a:rPr lang="zh-TW" altLang="en-US" dirty="0" smtClean="0">
                <a:latin typeface="華康華綜體W5(P)" pitchFamily="34" charset="-120"/>
                <a:ea typeface="華康華綜體W5(P)" pitchFamily="34" charset="-120"/>
              </a:rPr>
              <a:t>創作</a:t>
            </a:r>
            <a:r>
              <a:rPr lang="en-US" altLang="zh-TW" dirty="0" smtClean="0">
                <a:latin typeface="華康華綜體W5(P)" pitchFamily="34" charset="-120"/>
                <a:ea typeface="華康華綜體W5(P)" pitchFamily="34" charset="-120"/>
              </a:rPr>
              <a:t>I</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Tomato writing</a:t>
            </a:r>
            <a:r>
              <a:rPr lang="zh-TW" altLang="en-US" dirty="0" smtClean="0">
                <a:latin typeface="華康華綜體W5(P)" pitchFamily="34" charset="-120"/>
                <a:ea typeface="華康華綜體W5(P)" pitchFamily="34" charset="-120"/>
              </a:rPr>
              <a:t> </a:t>
            </a:r>
            <a:r>
              <a:rPr lang="en-US" altLang="zh-TW" dirty="0" smtClean="0">
                <a:latin typeface="華康華綜體W5(P)" pitchFamily="34" charset="-120"/>
                <a:ea typeface="華康華綜體W5(P)" pitchFamily="34" charset="-120"/>
              </a:rPr>
              <a:t>I</a:t>
            </a:r>
          </a:p>
          <a:p>
            <a:pPr lvl="2"/>
            <a:r>
              <a:rPr lang="zh-TW" altLang="en-US" dirty="0">
                <a:latin typeface="華康華綜體W5(P)" pitchFamily="34" charset="-120"/>
                <a:ea typeface="華康華綜體W5(P)" pitchFamily="34" charset="-120"/>
              </a:rPr>
              <a:t>授課</a:t>
            </a:r>
            <a:r>
              <a:rPr lang="zh-TW" altLang="en-US" dirty="0" smtClean="0">
                <a:latin typeface="華康華綜體W5(P)" pitchFamily="34" charset="-120"/>
                <a:ea typeface="華康華綜體W5(P)" pitchFamily="34" charset="-120"/>
              </a:rPr>
              <a:t>教師：</a:t>
            </a:r>
            <a:r>
              <a:rPr lang="zh-TW" altLang="en-US" dirty="0">
                <a:latin typeface="華康華綜體W5(P)" pitchFamily="34" charset="-120"/>
                <a:ea typeface="華康華綜體W5(P)" pitchFamily="34" charset="-120"/>
              </a:rPr>
              <a:t>方睿慈</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第二</a:t>
            </a:r>
            <a:r>
              <a:rPr lang="zh-TW" altLang="en-US" dirty="0" smtClean="0">
                <a:latin typeface="華康華綜體W5(P)" pitchFamily="34" charset="-120"/>
                <a:ea typeface="華康華綜體W5(P)" pitchFamily="34" charset="-120"/>
              </a:rPr>
              <a:t>次</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時間</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3/6(</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p>
          <a:p>
            <a:pPr lvl="2"/>
            <a:r>
              <a:rPr lang="zh-TW" altLang="en-US" dirty="0" smtClean="0">
                <a:latin typeface="華康華綜體W5(P)" pitchFamily="34" charset="-120"/>
                <a:ea typeface="華康華綜體W5(P)" pitchFamily="34" charset="-120"/>
              </a:rPr>
              <a:t>主題</a:t>
            </a:r>
            <a:r>
              <a:rPr lang="zh-TW" altLang="en-US" dirty="0">
                <a:latin typeface="華康華綜體W5(P)" pitchFamily="34" charset="-120"/>
                <a:ea typeface="華康華綜體W5(P)" pitchFamily="34" charset="-120"/>
              </a:rPr>
              <a:t>：番茄文學與創作</a:t>
            </a:r>
            <a:r>
              <a:rPr lang="en-US" altLang="zh-TW" dirty="0" smtClean="0">
                <a:latin typeface="華康華綜體W5(P)" pitchFamily="34" charset="-120"/>
                <a:ea typeface="華康華綜體W5(P)" pitchFamily="34" charset="-120"/>
              </a:rPr>
              <a:t>II</a:t>
            </a:r>
            <a:r>
              <a:rPr lang="zh-TW" altLang="en-US" dirty="0" smtClean="0">
                <a:latin typeface="華康華綜體W5(P)" pitchFamily="34" charset="-120"/>
                <a:ea typeface="華康華綜體W5(P)" pitchFamily="34" charset="-120"/>
              </a:rPr>
              <a:t>：</a:t>
            </a:r>
            <a:r>
              <a:rPr lang="en-US" altLang="zh-TW" dirty="0">
                <a:latin typeface="華康華綜體W5(P)" pitchFamily="34" charset="-120"/>
                <a:ea typeface="華康華綜體W5(P)" pitchFamily="34" charset="-120"/>
              </a:rPr>
              <a:t>Tomato writing</a:t>
            </a:r>
            <a:r>
              <a:rPr lang="zh-TW" altLang="en-US" dirty="0">
                <a:latin typeface="華康華綜體W5(P)" pitchFamily="34" charset="-120"/>
                <a:ea typeface="華康華綜體W5(P)" pitchFamily="34" charset="-120"/>
              </a:rPr>
              <a:t> </a:t>
            </a:r>
            <a:r>
              <a:rPr lang="en-US" altLang="zh-TW" dirty="0" smtClean="0">
                <a:latin typeface="華康華綜體W5(P)" pitchFamily="34" charset="-120"/>
                <a:ea typeface="華康華綜體W5(P)" pitchFamily="34" charset="-120"/>
              </a:rPr>
              <a:t>II</a:t>
            </a:r>
          </a:p>
          <a:p>
            <a:pPr lvl="2"/>
            <a:r>
              <a:rPr lang="zh-TW" altLang="en-US" dirty="0">
                <a:latin typeface="華康華綜體W5(P)" pitchFamily="34" charset="-120"/>
                <a:ea typeface="華康華綜體W5(P)" pitchFamily="34" charset="-120"/>
              </a:rPr>
              <a:t>授課</a:t>
            </a:r>
            <a:r>
              <a:rPr lang="zh-TW" altLang="en-US" dirty="0" smtClean="0">
                <a:latin typeface="華康華綜體W5(P)" pitchFamily="34" charset="-120"/>
                <a:ea typeface="華康華綜體W5(P)" pitchFamily="34" charset="-120"/>
              </a:rPr>
              <a:t>教師：</a:t>
            </a:r>
            <a:r>
              <a:rPr lang="zh-TW" altLang="en-US" dirty="0">
                <a:latin typeface="華康華綜體W5(P)" pitchFamily="34" charset="-120"/>
                <a:ea typeface="華康華綜體W5(P)" pitchFamily="34" charset="-120"/>
              </a:rPr>
              <a:t>方睿慈</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第三</a:t>
            </a:r>
            <a:r>
              <a:rPr lang="zh-TW" altLang="en-US" dirty="0" smtClean="0">
                <a:latin typeface="華康華綜體W5(P)" pitchFamily="34" charset="-120"/>
                <a:ea typeface="華康華綜體W5(P)" pitchFamily="34" charset="-120"/>
              </a:rPr>
              <a:t>次</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時間</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3/13(</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en-US" altLang="zh-TW" dirty="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主題</a:t>
            </a:r>
            <a:r>
              <a:rPr lang="zh-TW" altLang="en-US" dirty="0" smtClean="0">
                <a:latin typeface="華康華綜體W5(P)" pitchFamily="34" charset="-120"/>
                <a:ea typeface="華康華綜體W5(P)" pitchFamily="34" charset="-120"/>
              </a:rPr>
              <a:t>：</a:t>
            </a:r>
            <a:r>
              <a:rPr lang="zh-TW" altLang="en-US" dirty="0">
                <a:latin typeface="華康華綜體W5(P)" pitchFamily="34" charset="-120"/>
                <a:ea typeface="華康華綜體W5(P)" pitchFamily="34" charset="-120"/>
              </a:rPr>
              <a:t>信件寫作</a:t>
            </a:r>
            <a:r>
              <a:rPr lang="zh-TW" altLang="en-US" dirty="0" smtClean="0">
                <a:latin typeface="華康華綜體W5(P)" pitchFamily="34" charset="-120"/>
                <a:ea typeface="華康華綜體W5(P)" pitchFamily="34" charset="-120"/>
              </a:rPr>
              <a:t>禮儀：</a:t>
            </a:r>
            <a:r>
              <a:rPr lang="en-US" altLang="zh-TW" dirty="0" smtClean="0">
                <a:latin typeface="華康華綜體W5(P)" pitchFamily="34" charset="-120"/>
                <a:ea typeface="華康華綜體W5(P)" pitchFamily="34" charset="-120"/>
              </a:rPr>
              <a:t>Writing </a:t>
            </a:r>
            <a:r>
              <a:rPr lang="en-US" altLang="zh-TW" dirty="0">
                <a:latin typeface="華康華綜體W5(P)" pitchFamily="34" charset="-120"/>
                <a:ea typeface="華康華綜體W5(P)" pitchFamily="34" charset="-120"/>
              </a:rPr>
              <a:t>Netiquette</a:t>
            </a:r>
          </a:p>
          <a:p>
            <a:pPr lvl="2"/>
            <a:r>
              <a:rPr lang="zh-TW" altLang="en-US" dirty="0">
                <a:latin typeface="華康華綜體W5(P)" pitchFamily="34" charset="-120"/>
                <a:ea typeface="華康華綜體W5(P)" pitchFamily="34" charset="-120"/>
              </a:rPr>
              <a:t>授課教師</a:t>
            </a:r>
            <a:r>
              <a:rPr lang="zh-TW" altLang="en-US" dirty="0" smtClean="0">
                <a:latin typeface="華康華綜體W5(P)" pitchFamily="34" charset="-120"/>
                <a:ea typeface="華康華綜體W5(P)" pitchFamily="34" charset="-120"/>
              </a:rPr>
              <a:t>：</a:t>
            </a:r>
            <a:r>
              <a:rPr lang="zh-TW" altLang="en-US" dirty="0">
                <a:latin typeface="華康華綜體W5(P)" pitchFamily="34" charset="-120"/>
                <a:ea typeface="華康華綜體W5(P)" pitchFamily="34" charset="-120"/>
              </a:rPr>
              <a:t>林明芬</a:t>
            </a:r>
          </a:p>
          <a:p>
            <a:pPr lvl="1"/>
            <a:endParaRPr lang="zh-TW" altLang="en-US" dirty="0">
              <a:latin typeface="華康華綜體W5(P)" pitchFamily="34" charset="-120"/>
              <a:ea typeface="華康華綜體W5(P)" pitchFamily="34" charset="-120"/>
            </a:endParaRPr>
          </a:p>
        </p:txBody>
      </p:sp>
      <p:sp>
        <p:nvSpPr>
          <p:cNvPr id="4" name="文字版面配置區 3"/>
          <p:cNvSpPr>
            <a:spLocks noGrp="1"/>
          </p:cNvSpPr>
          <p:nvPr>
            <p:ph type="body" idx="2"/>
          </p:nvPr>
        </p:nvSpPr>
        <p:spPr>
          <a:xfrm>
            <a:off x="3898246" y="1152474"/>
            <a:ext cx="4688877" cy="3991025"/>
          </a:xfrm>
        </p:spPr>
        <p:txBody>
          <a:bodyPr>
            <a:normAutofit/>
          </a:bodyPr>
          <a:lstStyle/>
          <a:p>
            <a:endParaRPr lang="en-US" altLang="zh-TW" dirty="0" smtClean="0"/>
          </a:p>
          <a:p>
            <a:pPr lvl="1"/>
            <a:r>
              <a:rPr lang="zh-TW" altLang="en-US" dirty="0">
                <a:latin typeface="華康華綜體W5(P)" pitchFamily="34" charset="-120"/>
                <a:ea typeface="華康華綜體W5(P)" pitchFamily="34" charset="-120"/>
              </a:rPr>
              <a:t>第四</a:t>
            </a:r>
            <a:r>
              <a:rPr lang="zh-TW" altLang="en-US" dirty="0" smtClean="0">
                <a:latin typeface="華康華綜體W5(P)" pitchFamily="34" charset="-120"/>
                <a:ea typeface="華康華綜體W5(P)" pitchFamily="34" charset="-120"/>
              </a:rPr>
              <a:t>次</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時間</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4/10(</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en-US" altLang="zh-TW" dirty="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主題</a:t>
            </a:r>
            <a:r>
              <a:rPr lang="zh-TW" altLang="en-US" dirty="0" smtClean="0">
                <a:latin typeface="華康華綜體W5(P)" pitchFamily="34" charset="-120"/>
                <a:ea typeface="華康華綜體W5(P)" pitchFamily="34" charset="-120"/>
              </a:rPr>
              <a:t>：國際明信片撰寫：</a:t>
            </a:r>
            <a:r>
              <a:rPr lang="en-US" altLang="zh-TW" dirty="0" smtClean="0">
                <a:latin typeface="華康華綜體W5(P)" pitchFamily="34" charset="-120"/>
                <a:ea typeface="華康華綜體W5(P)" pitchFamily="34" charset="-120"/>
              </a:rPr>
              <a:t>Writing a Postcard</a:t>
            </a:r>
            <a:endParaRPr lang="en-US" altLang="zh-TW" dirty="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授課教師</a:t>
            </a:r>
            <a:r>
              <a:rPr lang="zh-TW" altLang="en-US" dirty="0" smtClean="0">
                <a:latin typeface="華康華綜體W5(P)" pitchFamily="34" charset="-120"/>
                <a:ea typeface="華康華綜體W5(P)" pitchFamily="34" charset="-120"/>
              </a:rPr>
              <a:t>：</a:t>
            </a:r>
            <a:r>
              <a:rPr lang="zh-TW" altLang="en-US" dirty="0">
                <a:latin typeface="華康華綜體W5(P)" pitchFamily="34" charset="-120"/>
                <a:ea typeface="華康華綜體W5(P)" pitchFamily="34" charset="-120"/>
              </a:rPr>
              <a:t>林明芬</a:t>
            </a:r>
          </a:p>
          <a:p>
            <a:pPr lvl="1"/>
            <a:r>
              <a:rPr lang="zh-TW" altLang="en-US" dirty="0" smtClean="0">
                <a:latin typeface="華康華綜體W5(P)" pitchFamily="34" charset="-120"/>
                <a:ea typeface="華康華綜體W5(P)" pitchFamily="34" charset="-120"/>
              </a:rPr>
              <a:t>第五次</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時間</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4/17(</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en-US" altLang="zh-TW" dirty="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主題</a:t>
            </a:r>
            <a:r>
              <a:rPr lang="zh-TW" altLang="en-US" dirty="0" smtClean="0">
                <a:latin typeface="華康華綜體W5(P)" pitchFamily="34" charset="-120"/>
                <a:ea typeface="華康華綜體W5(P)" pitchFamily="34" charset="-120"/>
              </a:rPr>
              <a:t>：</a:t>
            </a:r>
            <a:r>
              <a:rPr lang="zh-TW" altLang="en-US" dirty="0">
                <a:latin typeface="華康華綜體W5(P)" pitchFamily="34" charset="-120"/>
                <a:ea typeface="華康華綜體W5(P)" pitchFamily="34" charset="-120"/>
              </a:rPr>
              <a:t>可果美番茄產業</a:t>
            </a:r>
            <a:r>
              <a:rPr lang="zh-TW" altLang="en-US" dirty="0" smtClean="0">
                <a:latin typeface="華康華綜體W5(P)" pitchFamily="34" charset="-120"/>
                <a:ea typeface="華康華綜體W5(P)" pitchFamily="34" charset="-120"/>
              </a:rPr>
              <a:t>史：</a:t>
            </a:r>
            <a:r>
              <a:rPr lang="en-US" altLang="zh-TW" dirty="0" smtClean="0">
                <a:latin typeface="華康華綜體W5(P)" pitchFamily="34" charset="-120"/>
                <a:ea typeface="華康華綜體W5(P)" pitchFamily="34" charset="-120"/>
              </a:rPr>
              <a:t>History of Kagome</a:t>
            </a:r>
            <a:endParaRPr lang="en-US" altLang="zh-TW" dirty="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授課教師</a:t>
            </a:r>
            <a:r>
              <a:rPr lang="zh-TW" altLang="en-US" dirty="0" smtClean="0">
                <a:latin typeface="華康華綜體W5(P)" pitchFamily="34" charset="-120"/>
                <a:ea typeface="華康華綜體W5(P)" pitchFamily="34" charset="-120"/>
              </a:rPr>
              <a:t>：</a:t>
            </a:r>
            <a:r>
              <a:rPr lang="zh-TW" altLang="en-US" dirty="0">
                <a:latin typeface="華康華綜體W5(P)" pitchFamily="34" charset="-120"/>
                <a:ea typeface="華康華綜體W5(P)" pitchFamily="34" charset="-120"/>
              </a:rPr>
              <a:t>陳柏沅</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第六</a:t>
            </a:r>
            <a:r>
              <a:rPr lang="zh-TW" altLang="en-US" dirty="0" smtClean="0">
                <a:latin typeface="華康華綜體W5(P)" pitchFamily="34" charset="-120"/>
                <a:ea typeface="華康華綜體W5(P)" pitchFamily="34" charset="-120"/>
              </a:rPr>
              <a:t>次</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時間：</a:t>
            </a:r>
            <a:r>
              <a:rPr lang="en-US" altLang="zh-TW" dirty="0" smtClean="0">
                <a:latin typeface="華康華綜體W5(P)" pitchFamily="34" charset="-120"/>
                <a:ea typeface="華康華綜體W5(P)" pitchFamily="34" charset="-120"/>
              </a:rPr>
              <a:t>4/24(</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p>
          <a:p>
            <a:pPr lvl="2"/>
            <a:r>
              <a:rPr lang="zh-TW" altLang="en-US" dirty="0">
                <a:latin typeface="華康華綜體W5(P)" pitchFamily="34" charset="-120"/>
                <a:ea typeface="華康華綜體W5(P)" pitchFamily="34" charset="-120"/>
              </a:rPr>
              <a:t>主題</a:t>
            </a:r>
            <a:r>
              <a:rPr lang="zh-TW" altLang="en-US" dirty="0" smtClean="0">
                <a:latin typeface="華康華綜體W5(P)" pitchFamily="34" charset="-120"/>
                <a:ea typeface="華康華綜體W5(P)" pitchFamily="34" charset="-120"/>
              </a:rPr>
              <a:t>：永續農業</a:t>
            </a:r>
            <a:r>
              <a:rPr lang="en-US" altLang="zh-TW" dirty="0" smtClean="0">
                <a:latin typeface="華康華綜體W5(P)" pitchFamily="34" charset="-120"/>
                <a:ea typeface="華康華綜體W5(P)" pitchFamily="34" charset="-120"/>
              </a:rPr>
              <a:t>2</a:t>
            </a:r>
            <a:r>
              <a:rPr lang="zh-TW" altLang="en-US" dirty="0" smtClean="0">
                <a:latin typeface="華康華綜體W5(P)" pitchFamily="34" charset="-120"/>
                <a:ea typeface="華康華綜體W5(P)" pitchFamily="34" charset="-120"/>
              </a:rPr>
              <a:t>：</a:t>
            </a:r>
            <a:r>
              <a:rPr lang="en-US" altLang="zh-TW" dirty="0" smtClean="0">
                <a:latin typeface="華康華綜體W5(P)" pitchFamily="34" charset="-120"/>
                <a:ea typeface="華康華綜體W5(P)" pitchFamily="34" charset="-120"/>
              </a:rPr>
              <a:t>Sustainable Agriculture 2</a:t>
            </a:r>
          </a:p>
          <a:p>
            <a:pPr lvl="2"/>
            <a:r>
              <a:rPr lang="zh-TW" altLang="en-US" dirty="0" smtClean="0">
                <a:latin typeface="華康華綜體W5(P)" pitchFamily="34" charset="-120"/>
                <a:ea typeface="華康華綜體W5(P)" pitchFamily="34" charset="-120"/>
              </a:rPr>
              <a:t>授課教師：鐘大益</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第七</a:t>
            </a:r>
            <a:r>
              <a:rPr lang="zh-TW" altLang="en-US" dirty="0" smtClean="0">
                <a:latin typeface="華康華綜體W5(P)" pitchFamily="34" charset="-120"/>
                <a:ea typeface="華康華綜體W5(P)" pitchFamily="34" charset="-120"/>
              </a:rPr>
              <a:t>次</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時間：</a:t>
            </a:r>
            <a:r>
              <a:rPr lang="en-US" altLang="zh-TW" dirty="0" smtClean="0">
                <a:latin typeface="華康華綜體W5(P)" pitchFamily="34" charset="-120"/>
                <a:ea typeface="華康華綜體W5(P)" pitchFamily="34" charset="-120"/>
              </a:rPr>
              <a:t>5/15(</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p>
          <a:p>
            <a:pPr lvl="2"/>
            <a:r>
              <a:rPr lang="zh-TW" altLang="en-US" dirty="0" smtClean="0">
                <a:latin typeface="華康華綜體W5(P)" pitchFamily="34" charset="-120"/>
                <a:ea typeface="華康華綜體W5(P)" pitchFamily="34" charset="-120"/>
              </a:rPr>
              <a:t>主題：交流前準備工作與演練</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授課</a:t>
            </a:r>
            <a:r>
              <a:rPr lang="zh-TW" altLang="en-US" dirty="0" smtClean="0">
                <a:latin typeface="華康華綜體W5(P)" pitchFamily="34" charset="-120"/>
                <a:ea typeface="華康華綜體W5(P)" pitchFamily="34" charset="-120"/>
              </a:rPr>
              <a:t>教師：林明芬</a:t>
            </a:r>
            <a:endParaRPr lang="zh-TW" altLang="en-US" dirty="0">
              <a:latin typeface="華康華綜體W5(P)" pitchFamily="34" charset="-120"/>
              <a:ea typeface="華康華綜體W5(P)" pitchFamily="34" charset="-120"/>
            </a:endParaRPr>
          </a:p>
          <a:p>
            <a:pPr lvl="2"/>
            <a:endParaRPr lang="zh-TW" altLang="en-US" dirty="0">
              <a:latin typeface="華康華綜體W5(P)" pitchFamily="34" charset="-120"/>
              <a:ea typeface="華康華綜體W5(P)" pitchFamily="34" charset="-120"/>
            </a:endParaRPr>
          </a:p>
        </p:txBody>
      </p:sp>
      <p:sp>
        <p:nvSpPr>
          <p:cNvPr id="5" name="投影片編號版面配置區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14</a:t>
            </a:fld>
            <a:endParaRPr lang="en-GB"/>
          </a:p>
        </p:txBody>
      </p:sp>
    </p:spTree>
    <p:extLst>
      <p:ext uri="{BB962C8B-B14F-4D97-AF65-F5344CB8AC3E}">
        <p14:creationId xmlns:p14="http://schemas.microsoft.com/office/powerpoint/2010/main" val="47745931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sp>
        <p:nvSpPr>
          <p:cNvPr id="8" name="圓角矩形 7"/>
          <p:cNvSpPr/>
          <p:nvPr/>
        </p:nvSpPr>
        <p:spPr>
          <a:xfrm>
            <a:off x="3843048" y="2398503"/>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第一次課程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2/21(</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2475914" y="155756"/>
            <a:ext cx="4192173" cy="400110"/>
          </a:xfrm>
          <a:prstGeom prst="rect">
            <a:avLst/>
          </a:prstGeom>
          <a:solidFill>
            <a:schemeClr val="bg1">
              <a:lumMod val="85000"/>
            </a:schemeClr>
          </a:solidFill>
        </p:spPr>
        <p:txBody>
          <a:bodyPr wrap="none">
            <a:spAutoFit/>
          </a:bodyPr>
          <a:lstStyle/>
          <a:p>
            <a:pPr lvl="2"/>
            <a:r>
              <a:rPr lang="zh-TW" altLang="en-US" sz="2000" b="1" dirty="0">
                <a:solidFill>
                  <a:srgbClr val="C00000"/>
                </a:solidFill>
                <a:latin typeface="華康華綜體W5(P)" pitchFamily="34" charset="-120"/>
                <a:ea typeface="華康華綜體W5(P)" pitchFamily="34" charset="-120"/>
              </a:rPr>
              <a:t>番茄文學與創作</a:t>
            </a:r>
            <a:r>
              <a:rPr lang="en-US" altLang="zh-TW" sz="2000" b="1" dirty="0">
                <a:solidFill>
                  <a:srgbClr val="C00000"/>
                </a:solidFill>
                <a:latin typeface="華康華綜體W5(P)" pitchFamily="34" charset="-120"/>
                <a:ea typeface="華康華綜體W5(P)" pitchFamily="34" charset="-120"/>
              </a:rPr>
              <a:t>I</a:t>
            </a:r>
            <a:r>
              <a:rPr lang="zh-TW" altLang="en-US" sz="2000" b="1" dirty="0">
                <a:solidFill>
                  <a:srgbClr val="C00000"/>
                </a:solidFill>
                <a:latin typeface="華康華綜體W5(P)" pitchFamily="34" charset="-120"/>
                <a:ea typeface="華康華綜體W5(P)" pitchFamily="34" charset="-120"/>
              </a:rPr>
              <a:t>：</a:t>
            </a:r>
            <a:r>
              <a:rPr lang="en-US" altLang="zh-TW" sz="2000" b="1" dirty="0">
                <a:solidFill>
                  <a:srgbClr val="C00000"/>
                </a:solidFill>
                <a:latin typeface="華康華綜體W5(P)" pitchFamily="34" charset="-120"/>
                <a:ea typeface="華康華綜體W5(P)" pitchFamily="34" charset="-120"/>
              </a:rPr>
              <a:t>Tomato writing I</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2271" y="633742"/>
            <a:ext cx="2399459"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285" y="3150000"/>
            <a:ext cx="2399459" cy="180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285" y="633742"/>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7692" y="2948755"/>
            <a:ext cx="1688617" cy="2251489"/>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47440" y="633742"/>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47440" y="3150000"/>
            <a:ext cx="2400000" cy="1800000"/>
          </a:xfrm>
          <a:prstGeom prst="rect">
            <a:avLst/>
          </a:prstGeom>
          <a:ln>
            <a:noFill/>
          </a:ln>
          <a:effectLst>
            <a:softEdge rad="112500"/>
          </a:effectLst>
        </p:spPr>
      </p:pic>
    </p:spTree>
    <p:extLst>
      <p:ext uri="{BB962C8B-B14F-4D97-AF65-F5344CB8AC3E}">
        <p14:creationId xmlns:p14="http://schemas.microsoft.com/office/powerpoint/2010/main" val="10169879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16</a:t>
            </a:fld>
            <a:endParaRPr lang="en-GB"/>
          </a:p>
        </p:txBody>
      </p:sp>
      <p:sp>
        <p:nvSpPr>
          <p:cNvPr id="8" name="圓角矩形 7"/>
          <p:cNvSpPr/>
          <p:nvPr/>
        </p:nvSpPr>
        <p:spPr>
          <a:xfrm>
            <a:off x="3843048" y="2414997"/>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第二次課程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3/6(</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2390954" y="143118"/>
            <a:ext cx="4362092" cy="400110"/>
          </a:xfrm>
          <a:prstGeom prst="rect">
            <a:avLst/>
          </a:prstGeom>
          <a:solidFill>
            <a:schemeClr val="bg1">
              <a:lumMod val="85000"/>
            </a:schemeClr>
          </a:solidFill>
        </p:spPr>
        <p:txBody>
          <a:bodyPr wrap="none">
            <a:spAutoFit/>
          </a:bodyPr>
          <a:lstStyle/>
          <a:p>
            <a:r>
              <a:rPr lang="zh-TW" altLang="en-US" sz="2000" b="1" dirty="0">
                <a:solidFill>
                  <a:srgbClr val="C00000"/>
                </a:solidFill>
                <a:latin typeface="華康華綜體W5(P)" pitchFamily="34" charset="-120"/>
                <a:ea typeface="華康華綜體W5(P)" pitchFamily="34" charset="-120"/>
              </a:rPr>
              <a:t>番茄文學與創作</a:t>
            </a:r>
            <a:r>
              <a:rPr lang="en-US" altLang="zh-TW" sz="2000" b="1" dirty="0">
                <a:solidFill>
                  <a:srgbClr val="C00000"/>
                </a:solidFill>
                <a:latin typeface="華康華綜體W5(P)" pitchFamily="34" charset="-120"/>
                <a:ea typeface="華康華綜體W5(P)" pitchFamily="34" charset="-120"/>
              </a:rPr>
              <a:t>II</a:t>
            </a:r>
            <a:r>
              <a:rPr lang="zh-TW" altLang="en-US" sz="2000" b="1" dirty="0">
                <a:solidFill>
                  <a:srgbClr val="C00000"/>
                </a:solidFill>
                <a:latin typeface="華康華綜體W5(P)" pitchFamily="34" charset="-120"/>
                <a:ea typeface="華康華綜體W5(P)" pitchFamily="34" charset="-120"/>
              </a:rPr>
              <a:t>：</a:t>
            </a:r>
            <a:r>
              <a:rPr lang="en-US" altLang="zh-TW" sz="2000" b="1" dirty="0">
                <a:solidFill>
                  <a:srgbClr val="C00000"/>
                </a:solidFill>
                <a:latin typeface="華康華綜體W5(P)" pitchFamily="34" charset="-120"/>
                <a:ea typeface="華康華綜體W5(P)" pitchFamily="34" charset="-120"/>
              </a:rPr>
              <a:t>Tomato writing II</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328" y="2562570"/>
            <a:ext cx="1935698" cy="258093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8813" y="2566969"/>
            <a:ext cx="1927548" cy="2570064"/>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177" y="543228"/>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3005922"/>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2587" y="543228"/>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72000" y="543228"/>
            <a:ext cx="2400000" cy="1800000"/>
          </a:xfrm>
          <a:prstGeom prst="rect">
            <a:avLst/>
          </a:prstGeom>
          <a:ln>
            <a:noFill/>
          </a:ln>
          <a:effectLst>
            <a:softEdge rad="112500"/>
          </a:effectLst>
        </p:spPr>
      </p:pic>
    </p:spTree>
    <p:extLst>
      <p:ext uri="{BB962C8B-B14F-4D97-AF65-F5344CB8AC3E}">
        <p14:creationId xmlns:p14="http://schemas.microsoft.com/office/powerpoint/2010/main" val="20705037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17</a:t>
            </a:fld>
            <a:endParaRPr lang="en-GB"/>
          </a:p>
        </p:txBody>
      </p:sp>
      <p:pic>
        <p:nvPicPr>
          <p:cNvPr id="3" name="圖片 2"/>
          <p:cNvPicPr>
            <a:picLocks noChangeAspect="1"/>
          </p:cNvPicPr>
          <p:nvPr/>
        </p:nvPicPr>
        <p:blipFill rotWithShape="1">
          <a:blip r:embed="rId2">
            <a:extLst>
              <a:ext uri="{28A0092B-C50C-407E-A947-70E740481C1C}">
                <a14:useLocalDpi xmlns:a14="http://schemas.microsoft.com/office/drawing/2010/main" val="0"/>
              </a:ext>
            </a:extLst>
          </a:blip>
          <a:srcRect l="27173" t="9829" r="7013"/>
          <a:stretch/>
        </p:blipFill>
        <p:spPr>
          <a:xfrm rot="16200000">
            <a:off x="5935015" y="1936710"/>
            <a:ext cx="2153612" cy="3933287"/>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964743" y="2270533"/>
            <a:ext cx="2308634" cy="3078179"/>
          </a:xfrm>
          <a:prstGeom prst="rect">
            <a:avLst/>
          </a:prstGeom>
          <a:ln>
            <a:noFill/>
          </a:ln>
          <a:effectLst>
            <a:softEdge rad="112500"/>
          </a:effectLst>
        </p:spPr>
      </p:pic>
      <p:pic>
        <p:nvPicPr>
          <p:cNvPr id="5" name="圖片 4"/>
          <p:cNvPicPr>
            <a:picLocks noChangeAspect="1"/>
          </p:cNvPicPr>
          <p:nvPr/>
        </p:nvPicPr>
        <p:blipFill rotWithShape="1">
          <a:blip r:embed="rId4">
            <a:extLst>
              <a:ext uri="{28A0092B-C50C-407E-A947-70E740481C1C}">
                <a14:useLocalDpi xmlns:a14="http://schemas.microsoft.com/office/drawing/2010/main" val="0"/>
              </a:ext>
            </a:extLst>
          </a:blip>
          <a:srcRect b="20640"/>
          <a:stretch/>
        </p:blipFill>
        <p:spPr>
          <a:xfrm>
            <a:off x="895101" y="90717"/>
            <a:ext cx="2447918" cy="2590221"/>
          </a:xfrm>
          <a:prstGeom prst="rect">
            <a:avLst/>
          </a:prstGeom>
          <a:ln>
            <a:noFill/>
          </a:ln>
          <a:effectLst>
            <a:softEdge rad="112500"/>
          </a:effectLst>
        </p:spPr>
      </p:pic>
      <p:pic>
        <p:nvPicPr>
          <p:cNvPr id="6" name="圖片 5"/>
          <p:cNvPicPr>
            <a:picLocks noChangeAspect="1"/>
          </p:cNvPicPr>
          <p:nvPr/>
        </p:nvPicPr>
        <p:blipFill rotWithShape="1">
          <a:blip r:embed="rId5">
            <a:extLst>
              <a:ext uri="{28A0092B-C50C-407E-A947-70E740481C1C}">
                <a14:useLocalDpi xmlns:a14="http://schemas.microsoft.com/office/drawing/2010/main" val="0"/>
              </a:ext>
            </a:extLst>
          </a:blip>
          <a:srcRect t="9583" b="18333"/>
          <a:stretch/>
        </p:blipFill>
        <p:spPr>
          <a:xfrm rot="16200000">
            <a:off x="5730846" y="-238695"/>
            <a:ext cx="2344665" cy="3003487"/>
          </a:xfrm>
          <a:prstGeom prst="rect">
            <a:avLst/>
          </a:prstGeom>
          <a:ln>
            <a:noFill/>
          </a:ln>
          <a:effectLst>
            <a:softEdge rad="112500"/>
          </a:effectLst>
        </p:spPr>
      </p:pic>
      <p:sp>
        <p:nvSpPr>
          <p:cNvPr id="7" name="圓角矩形 6"/>
          <p:cNvSpPr/>
          <p:nvPr/>
        </p:nvSpPr>
        <p:spPr>
          <a:xfrm>
            <a:off x="3843048" y="2414997"/>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第二次課程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3/6(</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Tree>
    <p:extLst>
      <p:ext uri="{BB962C8B-B14F-4D97-AF65-F5344CB8AC3E}">
        <p14:creationId xmlns:p14="http://schemas.microsoft.com/office/powerpoint/2010/main" val="3795377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18</a:t>
            </a:fld>
            <a:endParaRPr lang="en-GB"/>
          </a:p>
        </p:txBody>
      </p:sp>
      <p:sp>
        <p:nvSpPr>
          <p:cNvPr id="8" name="圓角矩形 7"/>
          <p:cNvSpPr/>
          <p:nvPr/>
        </p:nvSpPr>
        <p:spPr>
          <a:xfrm>
            <a:off x="3843048" y="2544043"/>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第三次課程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3/13(</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2536466" y="135167"/>
            <a:ext cx="4071068" cy="400110"/>
          </a:xfrm>
          <a:prstGeom prst="rect">
            <a:avLst/>
          </a:prstGeom>
          <a:solidFill>
            <a:schemeClr val="bg1">
              <a:lumMod val="85000"/>
            </a:schemeClr>
          </a:solidFill>
        </p:spPr>
        <p:txBody>
          <a:bodyPr wrap="square">
            <a:spAutoFit/>
          </a:bodyPr>
          <a:lstStyle/>
          <a:p>
            <a:pPr lvl="2"/>
            <a:r>
              <a:rPr lang="zh-TW" altLang="en-US" sz="2000" b="1" dirty="0">
                <a:solidFill>
                  <a:srgbClr val="C00000"/>
                </a:solidFill>
                <a:latin typeface="華康華綜體W5(P)" pitchFamily="34" charset="-120"/>
                <a:ea typeface="華康華綜體W5(P)" pitchFamily="34" charset="-120"/>
              </a:rPr>
              <a:t>信件寫作禮儀：</a:t>
            </a:r>
            <a:r>
              <a:rPr lang="en-US" altLang="zh-TW" sz="2000" b="1" dirty="0">
                <a:solidFill>
                  <a:srgbClr val="C00000"/>
                </a:solidFill>
                <a:latin typeface="華康華綜體W5(P)" pitchFamily="34" charset="-120"/>
                <a:ea typeface="華康華綜體W5(P)" pitchFamily="34" charset="-120"/>
              </a:rPr>
              <a:t>Writing Netiquette</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134" y="764966"/>
            <a:ext cx="2400000"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134" y="3089703"/>
            <a:ext cx="2400000" cy="180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000" y="3089703"/>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764966"/>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65824" y="3089703"/>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65824" y="764966"/>
            <a:ext cx="2400000" cy="1800000"/>
          </a:xfrm>
          <a:prstGeom prst="rect">
            <a:avLst/>
          </a:prstGeom>
          <a:ln>
            <a:noFill/>
          </a:ln>
          <a:effectLst>
            <a:softEdge rad="112500"/>
          </a:effectLst>
        </p:spPr>
      </p:pic>
    </p:spTree>
    <p:extLst>
      <p:ext uri="{BB962C8B-B14F-4D97-AF65-F5344CB8AC3E}">
        <p14:creationId xmlns:p14="http://schemas.microsoft.com/office/powerpoint/2010/main" val="15365466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19</a:t>
            </a:fld>
            <a:endParaRPr lang="en-GB"/>
          </a:p>
        </p:txBody>
      </p:sp>
      <p:sp>
        <p:nvSpPr>
          <p:cNvPr id="8" name="圓角矩形 7"/>
          <p:cNvSpPr/>
          <p:nvPr/>
        </p:nvSpPr>
        <p:spPr>
          <a:xfrm>
            <a:off x="3843048" y="2344185"/>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第四次課程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4/10(</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2240281" y="187858"/>
            <a:ext cx="4663438" cy="400110"/>
          </a:xfrm>
          <a:prstGeom prst="rect">
            <a:avLst/>
          </a:prstGeom>
          <a:solidFill>
            <a:schemeClr val="bg1">
              <a:lumMod val="85000"/>
              <a:alpha val="85000"/>
            </a:schemeClr>
          </a:solidFill>
        </p:spPr>
        <p:txBody>
          <a:bodyPr wrap="square">
            <a:spAutoFit/>
          </a:bodyPr>
          <a:lstStyle/>
          <a:p>
            <a:pPr lvl="2" algn="ctr"/>
            <a:r>
              <a:rPr lang="zh-TW" altLang="en-US" sz="2000" b="1" dirty="0">
                <a:solidFill>
                  <a:srgbClr val="C00000"/>
                </a:solidFill>
                <a:latin typeface="華康華綜體W5(P)" pitchFamily="34" charset="-120"/>
                <a:ea typeface="華康華綜體W5(P)" pitchFamily="34" charset="-120"/>
              </a:rPr>
              <a:t>國際明信片撰寫：</a:t>
            </a:r>
            <a:r>
              <a:rPr lang="en-US" altLang="zh-TW" sz="2000" b="1" dirty="0">
                <a:solidFill>
                  <a:srgbClr val="C00000"/>
                </a:solidFill>
                <a:latin typeface="華康華綜體W5(P)" pitchFamily="34" charset="-120"/>
                <a:ea typeface="華康華綜體W5(P)" pitchFamily="34" charset="-120"/>
              </a:rPr>
              <a:t>Writing a Postcard</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392" y="3117575"/>
            <a:ext cx="2400000"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27557" y="2891651"/>
            <a:ext cx="1688887" cy="2251849"/>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392" y="604542"/>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604542"/>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8663" y="3117575"/>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8663" y="604542"/>
            <a:ext cx="2400000" cy="1800000"/>
          </a:xfrm>
          <a:prstGeom prst="rect">
            <a:avLst/>
          </a:prstGeom>
          <a:ln>
            <a:noFill/>
          </a:ln>
          <a:effectLst>
            <a:softEdge rad="112500"/>
          </a:effectLst>
        </p:spPr>
      </p:pic>
    </p:spTree>
    <p:extLst>
      <p:ext uri="{BB962C8B-B14F-4D97-AF65-F5344CB8AC3E}">
        <p14:creationId xmlns:p14="http://schemas.microsoft.com/office/powerpoint/2010/main" val="24250467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20</a:t>
            </a:fld>
            <a:endParaRPr lang="en-GB"/>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332" y="170376"/>
            <a:ext cx="3268301" cy="4743113"/>
          </a:xfrm>
          <a:prstGeom prst="rect">
            <a:avLst/>
          </a:prstGeom>
          <a:ln>
            <a:noFill/>
          </a:ln>
          <a:effectLst>
            <a:softEdge rad="112500"/>
          </a:effectLst>
        </p:spPr>
      </p:pic>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1098" y="1579627"/>
            <a:ext cx="2880000" cy="21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03039" y="2983500"/>
            <a:ext cx="3110011" cy="216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3039" y="170376"/>
            <a:ext cx="2998699" cy="2160000"/>
          </a:xfrm>
          <a:prstGeom prst="rect">
            <a:avLst/>
          </a:prstGeom>
          <a:ln>
            <a:noFill/>
          </a:ln>
          <a:effectLst>
            <a:softEdge rad="112500"/>
          </a:effectLst>
        </p:spPr>
      </p:pic>
    </p:spTree>
    <p:extLst>
      <p:ext uri="{BB962C8B-B14F-4D97-AF65-F5344CB8AC3E}">
        <p14:creationId xmlns:p14="http://schemas.microsoft.com/office/powerpoint/2010/main" val="37337737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21</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944" y="607676"/>
            <a:ext cx="2946112" cy="3928149"/>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49" y="135802"/>
            <a:ext cx="2880000" cy="21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749" y="2766276"/>
            <a:ext cx="2880000" cy="216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1086" y="2791990"/>
            <a:ext cx="2880000" cy="216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61086" y="135802"/>
            <a:ext cx="2880000" cy="2160000"/>
          </a:xfrm>
          <a:prstGeom prst="rect">
            <a:avLst/>
          </a:prstGeom>
          <a:ln>
            <a:noFill/>
          </a:ln>
          <a:effectLst>
            <a:softEdge rad="112500"/>
          </a:effectLst>
        </p:spPr>
      </p:pic>
    </p:spTree>
    <p:extLst>
      <p:ext uri="{BB962C8B-B14F-4D97-AF65-F5344CB8AC3E}">
        <p14:creationId xmlns:p14="http://schemas.microsoft.com/office/powerpoint/2010/main" val="236049503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22</a:t>
            </a:fld>
            <a:endParaRPr lang="en-GB"/>
          </a:p>
        </p:txBody>
      </p:sp>
      <p:sp>
        <p:nvSpPr>
          <p:cNvPr id="8" name="圓角矩形 7"/>
          <p:cNvSpPr/>
          <p:nvPr/>
        </p:nvSpPr>
        <p:spPr>
          <a:xfrm>
            <a:off x="3843048" y="2516881"/>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第五次課程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4/17(</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2293973" y="151069"/>
            <a:ext cx="4556055" cy="400110"/>
          </a:xfrm>
          <a:prstGeom prst="rect">
            <a:avLst/>
          </a:prstGeom>
          <a:solidFill>
            <a:schemeClr val="bg1">
              <a:lumMod val="85000"/>
            </a:schemeClr>
          </a:solidFill>
        </p:spPr>
        <p:txBody>
          <a:bodyPr wrap="none">
            <a:spAutoFit/>
          </a:bodyPr>
          <a:lstStyle/>
          <a:p>
            <a:pPr lvl="2"/>
            <a:r>
              <a:rPr lang="zh-TW" altLang="en-US" sz="2000" b="1" dirty="0">
                <a:solidFill>
                  <a:srgbClr val="C00000"/>
                </a:solidFill>
                <a:latin typeface="華康華綜體W5(P)" pitchFamily="34" charset="-120"/>
                <a:ea typeface="華康華綜體W5(P)" pitchFamily="34" charset="-120"/>
              </a:rPr>
              <a:t>可果美番茄產業史：</a:t>
            </a:r>
            <a:r>
              <a:rPr lang="en-US" altLang="zh-TW" sz="2000" b="1" dirty="0">
                <a:solidFill>
                  <a:srgbClr val="C00000"/>
                </a:solidFill>
                <a:latin typeface="華康華綜體W5(P)" pitchFamily="34" charset="-120"/>
                <a:ea typeface="華康華綜體W5(P)" pitchFamily="34" charset="-120"/>
              </a:rPr>
              <a:t>History of Kagome</a:t>
            </a: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097" y="620376"/>
            <a:ext cx="2400000"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097" y="3243612"/>
            <a:ext cx="2400000" cy="180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000" y="3243612"/>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620376"/>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38663" y="3243612"/>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8663" y="620376"/>
            <a:ext cx="2400000" cy="1800000"/>
          </a:xfrm>
          <a:prstGeom prst="rect">
            <a:avLst/>
          </a:prstGeom>
          <a:ln>
            <a:noFill/>
          </a:ln>
          <a:effectLst>
            <a:softEdge rad="112500"/>
          </a:effectLst>
        </p:spPr>
      </p:pic>
    </p:spTree>
    <p:extLst>
      <p:ext uri="{BB962C8B-B14F-4D97-AF65-F5344CB8AC3E}">
        <p14:creationId xmlns:p14="http://schemas.microsoft.com/office/powerpoint/2010/main" val="24853389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
        <p:nvSpPr>
          <p:cNvPr id="8" name="矩形 7"/>
          <p:cNvSpPr/>
          <p:nvPr/>
        </p:nvSpPr>
        <p:spPr>
          <a:xfrm>
            <a:off x="2314010" y="151069"/>
            <a:ext cx="4515980" cy="400110"/>
          </a:xfrm>
          <a:prstGeom prst="rect">
            <a:avLst/>
          </a:prstGeom>
          <a:solidFill>
            <a:schemeClr val="bg1">
              <a:lumMod val="85000"/>
            </a:schemeClr>
          </a:solidFill>
        </p:spPr>
        <p:txBody>
          <a:bodyPr wrap="none">
            <a:spAutoFit/>
          </a:bodyPr>
          <a:lstStyle/>
          <a:p>
            <a:pPr lvl="2"/>
            <a:r>
              <a:rPr lang="zh-TW" altLang="en-US" sz="2000" b="1" dirty="0">
                <a:solidFill>
                  <a:srgbClr val="C00000"/>
                </a:solidFill>
                <a:latin typeface="華康華綜體W5(P)" pitchFamily="34" charset="-120"/>
                <a:ea typeface="華康華綜體W5(P)" pitchFamily="34" charset="-120"/>
              </a:rPr>
              <a:t>永續農業</a:t>
            </a:r>
            <a:r>
              <a:rPr lang="en-US" altLang="zh-TW" sz="2000" b="1" dirty="0">
                <a:solidFill>
                  <a:srgbClr val="C00000"/>
                </a:solidFill>
                <a:latin typeface="華康華綜體W5(P)" pitchFamily="34" charset="-120"/>
                <a:ea typeface="華康華綜體W5(P)" pitchFamily="34" charset="-120"/>
              </a:rPr>
              <a:t>2</a:t>
            </a:r>
            <a:r>
              <a:rPr lang="zh-TW" altLang="en-US" sz="2000" b="1" dirty="0">
                <a:solidFill>
                  <a:srgbClr val="C00000"/>
                </a:solidFill>
                <a:latin typeface="華康華綜體W5(P)" pitchFamily="34" charset="-120"/>
                <a:ea typeface="華康華綜體W5(P)" pitchFamily="34" charset="-120"/>
              </a:rPr>
              <a:t>：</a:t>
            </a:r>
            <a:r>
              <a:rPr lang="en-US" altLang="zh-TW" sz="2000" b="1" dirty="0">
                <a:solidFill>
                  <a:srgbClr val="C00000"/>
                </a:solidFill>
                <a:latin typeface="華康華綜體W5(P)" pitchFamily="34" charset="-120"/>
                <a:ea typeface="華康華綜體W5(P)" pitchFamily="34" charset="-120"/>
              </a:rPr>
              <a:t>Sustainable Agriculture 2</a:t>
            </a:r>
          </a:p>
        </p:txBody>
      </p:sp>
      <p:sp>
        <p:nvSpPr>
          <p:cNvPr id="4" name="圓角矩形 3"/>
          <p:cNvSpPr/>
          <p:nvPr/>
        </p:nvSpPr>
        <p:spPr>
          <a:xfrm>
            <a:off x="3843048" y="2335132"/>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第六次課程</a:t>
            </a:r>
            <a:endParaRPr lang="en-US" altLang="zh-TW" dirty="0" smtClean="0">
              <a:latin typeface="華康華綜體W5(P)" pitchFamily="34" charset="-120"/>
              <a:ea typeface="華康華綜體W5(P)" pitchFamily="34" charset="-120"/>
            </a:endParaRPr>
          </a:p>
          <a:p>
            <a:pPr algn="ctr"/>
            <a:r>
              <a:rPr lang="en-US" altLang="zh-TW" dirty="0" smtClean="0">
                <a:latin typeface="華康華綜體W5(P)" pitchFamily="34" charset="-120"/>
                <a:ea typeface="華康華綜體W5(P)" pitchFamily="34" charset="-120"/>
              </a:rPr>
              <a:t>4/24(</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4524" y="598937"/>
            <a:ext cx="2400000" cy="1800000"/>
          </a:xfrm>
          <a:prstGeom prst="rect">
            <a:avLst/>
          </a:prstGeom>
          <a:ln>
            <a:noFill/>
          </a:ln>
          <a:effectLst>
            <a:softEdge rad="112500"/>
          </a:effectLst>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060" y="3109294"/>
            <a:ext cx="2399459" cy="1800000"/>
          </a:xfrm>
          <a:prstGeom prst="rect">
            <a:avLst/>
          </a:prstGeom>
          <a:ln>
            <a:noFill/>
          </a:ln>
          <a:effectLst>
            <a:softEdge rad="112500"/>
          </a:effectLst>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271" y="598937"/>
            <a:ext cx="2399459" cy="1800000"/>
          </a:xfrm>
          <a:prstGeom prst="rect">
            <a:avLst/>
          </a:prstGeom>
          <a:ln>
            <a:noFill/>
          </a:ln>
          <a:effectLst>
            <a:softEdge rad="112500"/>
          </a:effectLst>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07544" y="3109294"/>
            <a:ext cx="2399459" cy="1800000"/>
          </a:xfrm>
          <a:prstGeom prst="rect">
            <a:avLst/>
          </a:prstGeom>
          <a:ln>
            <a:noFill/>
          </a:ln>
          <a:effectLst>
            <a:softEdge rad="112500"/>
          </a:effectLst>
        </p:spPr>
      </p:pic>
      <p:pic>
        <p:nvPicPr>
          <p:cNvPr id="9" name="圖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07544" y="598937"/>
            <a:ext cx="2399459"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05059" y="2853633"/>
            <a:ext cx="1733883" cy="2311322"/>
          </a:xfrm>
          <a:prstGeom prst="rect">
            <a:avLst/>
          </a:prstGeom>
          <a:ln>
            <a:noFill/>
          </a:ln>
          <a:effectLst>
            <a:softEdge rad="112500"/>
          </a:effectLst>
        </p:spPr>
      </p:pic>
    </p:spTree>
    <p:extLst>
      <p:ext uri="{BB962C8B-B14F-4D97-AF65-F5344CB8AC3E}">
        <p14:creationId xmlns:p14="http://schemas.microsoft.com/office/powerpoint/2010/main" val="25338005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24</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978" y="300000"/>
            <a:ext cx="2880000" cy="216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978" y="2735383"/>
            <a:ext cx="3840000" cy="21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79242" y="2735383"/>
            <a:ext cx="3840000" cy="216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59242" y="300000"/>
            <a:ext cx="2880000" cy="2160000"/>
          </a:xfrm>
          <a:prstGeom prst="rect">
            <a:avLst/>
          </a:prstGeom>
          <a:ln>
            <a:noFill/>
          </a:ln>
          <a:effectLst>
            <a:softEdge rad="112500"/>
          </a:effectLst>
        </p:spPr>
      </p:pic>
    </p:spTree>
    <p:extLst>
      <p:ext uri="{BB962C8B-B14F-4D97-AF65-F5344CB8AC3E}">
        <p14:creationId xmlns:p14="http://schemas.microsoft.com/office/powerpoint/2010/main" val="1985045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sp>
        <p:nvSpPr>
          <p:cNvPr id="3" name="圓角矩形 2"/>
          <p:cNvSpPr/>
          <p:nvPr/>
        </p:nvSpPr>
        <p:spPr>
          <a:xfrm>
            <a:off x="3843048" y="2489033"/>
            <a:ext cx="1457904"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第七次課程</a:t>
            </a:r>
            <a:r>
              <a:rPr lang="en-US" altLang="zh-TW" dirty="0" smtClean="0">
                <a:latin typeface="華康華綜體W5(P)" pitchFamily="34" charset="-120"/>
                <a:ea typeface="華康華綜體W5(P)" pitchFamily="34" charset="-120"/>
              </a:rPr>
              <a:t>5/15(</a:t>
            </a:r>
            <a:r>
              <a:rPr lang="zh-TW" altLang="en-US" dirty="0" smtClean="0">
                <a:latin typeface="華康華綜體W5(P)" pitchFamily="34" charset="-120"/>
                <a:ea typeface="華康華綜體W5(P)" pitchFamily="34" charset="-120"/>
              </a:rPr>
              <a:t>三</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sp>
        <p:nvSpPr>
          <p:cNvPr id="9" name="矩形 8"/>
          <p:cNvSpPr/>
          <p:nvPr/>
        </p:nvSpPr>
        <p:spPr>
          <a:xfrm>
            <a:off x="3197265" y="168966"/>
            <a:ext cx="2749471" cy="400110"/>
          </a:xfrm>
          <a:prstGeom prst="rect">
            <a:avLst/>
          </a:prstGeom>
          <a:solidFill>
            <a:schemeClr val="bg1">
              <a:lumMod val="85000"/>
            </a:schemeClr>
          </a:solidFill>
        </p:spPr>
        <p:txBody>
          <a:bodyPr wrap="none">
            <a:spAutoFit/>
          </a:bodyPr>
          <a:lstStyle/>
          <a:p>
            <a:pPr lvl="2"/>
            <a:r>
              <a:rPr lang="zh-TW" altLang="en-US" sz="2000" b="1" dirty="0">
                <a:solidFill>
                  <a:srgbClr val="C00000"/>
                </a:solidFill>
                <a:latin typeface="華康華綜體W5(P)" pitchFamily="34" charset="-120"/>
                <a:ea typeface="華康華綜體W5(P)" pitchFamily="34" charset="-120"/>
              </a:rPr>
              <a:t>交流前準備工作與演練</a:t>
            </a: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188" y="569076"/>
            <a:ext cx="2400000" cy="1800000"/>
          </a:xfrm>
          <a:prstGeom prst="rect">
            <a:avLst/>
          </a:prstGeom>
          <a:ln>
            <a:noFill/>
          </a:ln>
          <a:effectLst>
            <a:softEdge rad="112500"/>
          </a:effectLst>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188" y="3138879"/>
            <a:ext cx="2400000" cy="1800000"/>
          </a:xfrm>
          <a:prstGeom prst="rect">
            <a:avLst/>
          </a:prstGeom>
          <a:ln>
            <a:noFill/>
          </a:ln>
          <a:effectLst>
            <a:softEdge rad="112500"/>
          </a:effectLst>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000" y="569076"/>
            <a:ext cx="2400000" cy="1800000"/>
          </a:xfrm>
          <a:prstGeom prst="rect">
            <a:avLst/>
          </a:prstGeom>
          <a:ln>
            <a:noFill/>
          </a:ln>
          <a:effectLst>
            <a:softEdge rad="112500"/>
          </a:effectLst>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3138879"/>
            <a:ext cx="2400000" cy="1800000"/>
          </a:xfrm>
          <a:prstGeom prst="rect">
            <a:avLst/>
          </a:prstGeom>
          <a:ln>
            <a:noFill/>
          </a:ln>
          <a:effectLst>
            <a:softEdge rad="112500"/>
          </a:effectLst>
        </p:spPr>
      </p:pic>
      <p:pic>
        <p:nvPicPr>
          <p:cNvPr id="8" name="圖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01269" y="3138879"/>
            <a:ext cx="2400000" cy="1800000"/>
          </a:xfrm>
          <a:prstGeom prst="rect">
            <a:avLst/>
          </a:prstGeom>
          <a:ln>
            <a:noFill/>
          </a:ln>
          <a:effectLst>
            <a:softEdge rad="112500"/>
          </a:effectLst>
        </p:spPr>
      </p:pic>
      <p:pic>
        <p:nvPicPr>
          <p:cNvPr id="10" name="圖片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01269" y="569076"/>
            <a:ext cx="2400000" cy="1800000"/>
          </a:xfrm>
          <a:prstGeom prst="rect">
            <a:avLst/>
          </a:prstGeom>
          <a:ln>
            <a:noFill/>
          </a:ln>
          <a:effectLst>
            <a:softEdge rad="112500"/>
          </a:effectLst>
        </p:spPr>
      </p:pic>
    </p:spTree>
    <p:extLst>
      <p:ext uri="{BB962C8B-B14F-4D97-AF65-F5344CB8AC3E}">
        <p14:creationId xmlns:p14="http://schemas.microsoft.com/office/powerpoint/2010/main" val="17427146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6066" y="587359"/>
            <a:ext cx="4160256"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56" y="1280139"/>
            <a:ext cx="4325844" cy="2934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49990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執行概況：線上同步教學</a:t>
            </a:r>
            <a:endParaRPr lang="zh-TW" altLang="en-US" dirty="0"/>
          </a:p>
        </p:txBody>
      </p:sp>
      <p:sp>
        <p:nvSpPr>
          <p:cNvPr id="3" name="文字版面配置區 2"/>
          <p:cNvSpPr>
            <a:spLocks noGrp="1"/>
          </p:cNvSpPr>
          <p:nvPr>
            <p:ph type="body" idx="1"/>
          </p:nvPr>
        </p:nvSpPr>
        <p:spPr>
          <a:xfrm>
            <a:off x="311700" y="1152474"/>
            <a:ext cx="8520600" cy="3991025"/>
          </a:xfrm>
        </p:spPr>
        <p:txBody>
          <a:bodyPr>
            <a:normAutofit/>
          </a:bodyPr>
          <a:lstStyle/>
          <a:p>
            <a:r>
              <a:rPr lang="en-US" altLang="zh-TW" dirty="0" smtClean="0"/>
              <a:t>5/17(</a:t>
            </a:r>
            <a:r>
              <a:rPr lang="zh-TW" altLang="en-US" dirty="0" smtClean="0"/>
              <a:t>四</a:t>
            </a:r>
            <a:r>
              <a:rPr lang="en-US" altLang="zh-TW" dirty="0" smtClean="0"/>
              <a:t>)</a:t>
            </a:r>
            <a:r>
              <a:rPr lang="zh-TW" altLang="en-US" dirty="0" smtClean="0"/>
              <a:t>、</a:t>
            </a:r>
            <a:r>
              <a:rPr lang="en-US" altLang="zh-TW" dirty="0" smtClean="0"/>
              <a:t>5/22(</a:t>
            </a:r>
            <a:r>
              <a:rPr lang="zh-TW" altLang="en-US" dirty="0"/>
              <a:t>三</a:t>
            </a:r>
            <a:r>
              <a:rPr lang="en-US" altLang="zh-TW" dirty="0" smtClean="0"/>
              <a:t>)</a:t>
            </a:r>
            <a:r>
              <a:rPr lang="zh-TW" altLang="en-US" dirty="0" smtClean="0"/>
              <a:t>線上同步交流與課程</a:t>
            </a:r>
            <a:endParaRPr lang="en-US" altLang="zh-TW" dirty="0" smtClean="0"/>
          </a:p>
          <a:p>
            <a:pPr lvl="1"/>
            <a:r>
              <a:rPr lang="zh-TW" altLang="en-US" dirty="0">
                <a:latin typeface="華康華綜體W5(P)" pitchFamily="34" charset="-120"/>
                <a:ea typeface="華康華綜體W5(P)" pitchFamily="34" charset="-120"/>
              </a:rPr>
              <a:t>課程</a:t>
            </a:r>
            <a:r>
              <a:rPr lang="zh-TW" altLang="en-US" dirty="0" smtClean="0">
                <a:latin typeface="華康華綜體W5(P)" pitchFamily="34" charset="-120"/>
                <a:ea typeface="華康華綜體W5(P)" pitchFamily="34" charset="-120"/>
              </a:rPr>
              <a:t>主題：文化語言交流與番茄文學寫作</a:t>
            </a:r>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交流平台：</a:t>
            </a:r>
            <a:r>
              <a:rPr lang="en-US" altLang="zh-TW" dirty="0" smtClean="0">
                <a:latin typeface="華康華綜體W5(P)" pitchFamily="34" charset="-120"/>
                <a:ea typeface="華康華綜體W5(P)" pitchFamily="34" charset="-120"/>
              </a:rPr>
              <a:t>Zoom</a:t>
            </a:r>
            <a:endParaRPr lang="en-US" altLang="zh-TW" dirty="0" smtClean="0">
              <a:solidFill>
                <a:srgbClr val="0070C0"/>
              </a:solidFill>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交流</a:t>
            </a:r>
            <a:r>
              <a:rPr lang="zh-TW" altLang="en-US" dirty="0" smtClean="0">
                <a:latin typeface="華康華綜體W5(P)" pitchFamily="34" charset="-120"/>
                <a:ea typeface="華康華綜體W5(P)" pitchFamily="34" charset="-120"/>
              </a:rPr>
              <a:t>內容</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相見歡及自介</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文學創作教學：雙方教師共同授課</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文學創作分享</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明信片繪圖分享與交流</a:t>
            </a:r>
            <a:endParaRPr lang="en-US" altLang="zh-TW" dirty="0" smtClean="0">
              <a:latin typeface="華康華綜體W5(P)" pitchFamily="34" charset="-120"/>
              <a:ea typeface="華康華綜體W5(P)" pitchFamily="34" charset="-120"/>
            </a:endParaRPr>
          </a:p>
          <a:p>
            <a:pPr lvl="2"/>
            <a:r>
              <a:rPr lang="zh-TW" altLang="en-US" dirty="0" smtClean="0">
                <a:latin typeface="華康華綜體W5(P)" pitchFamily="34" charset="-120"/>
                <a:ea typeface="華康華綜體W5(P)" pitchFamily="34" charset="-120"/>
              </a:rPr>
              <a:t>中文教學環節</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聊天</a:t>
            </a:r>
            <a:r>
              <a:rPr lang="zh-TW" altLang="en-US" dirty="0" smtClean="0">
                <a:latin typeface="華康華綜體W5(P)" pitchFamily="34" charset="-120"/>
                <a:ea typeface="華康華綜體W5(P)" pitchFamily="34" charset="-120"/>
              </a:rPr>
              <a:t>互動與文化交流</a:t>
            </a:r>
            <a:endParaRPr lang="en-US" altLang="zh-TW" dirty="0" smtClean="0">
              <a:latin typeface="華康華綜體W5(P)" pitchFamily="34" charset="-120"/>
              <a:ea typeface="華康華綜體W5(P)" pitchFamily="34" charset="-120"/>
            </a:endParaRPr>
          </a:p>
          <a:p>
            <a:pPr lvl="2"/>
            <a:r>
              <a:rPr lang="zh-TW" altLang="en-US" dirty="0">
                <a:latin typeface="華康華綜體W5(P)" pitchFamily="34" charset="-120"/>
                <a:ea typeface="華康華綜體W5(P)" pitchFamily="34" charset="-120"/>
              </a:rPr>
              <a:t>大合</a:t>
            </a:r>
            <a:r>
              <a:rPr lang="zh-TW" altLang="en-US" dirty="0" smtClean="0">
                <a:latin typeface="華康華綜體W5(P)" pitchFamily="34" charset="-120"/>
                <a:ea typeface="華康華綜體W5(P)" pitchFamily="34" charset="-120"/>
              </a:rPr>
              <a:t>照</a:t>
            </a:r>
            <a:endParaRPr lang="en-US" altLang="zh-TW" dirty="0" smtClean="0">
              <a:latin typeface="華康華綜體W5(P)" pitchFamily="34" charset="-120"/>
              <a:ea typeface="華康華綜體W5(P)" pitchFamily="34" charset="-120"/>
            </a:endParaRPr>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pic>
        <p:nvPicPr>
          <p:cNvPr id="5" name="圖片 4"/>
          <p:cNvPicPr>
            <a:picLocks noChangeAspect="1"/>
          </p:cNvPicPr>
          <p:nvPr/>
        </p:nvPicPr>
        <p:blipFill rotWithShape="1">
          <a:blip r:embed="rId2">
            <a:extLst>
              <a:ext uri="{28A0092B-C50C-407E-A947-70E740481C1C}">
                <a14:useLocalDpi xmlns:a14="http://schemas.microsoft.com/office/drawing/2010/main" val="0"/>
              </a:ext>
            </a:extLst>
          </a:blip>
          <a:srcRect b="8823"/>
          <a:stretch/>
        </p:blipFill>
        <p:spPr>
          <a:xfrm>
            <a:off x="4501390" y="2762439"/>
            <a:ext cx="4642610" cy="2381061"/>
          </a:xfrm>
          <a:prstGeom prst="rect">
            <a:avLst/>
          </a:prstGeom>
          <a:ln>
            <a:noFill/>
          </a:ln>
          <a:effectLst>
            <a:softEdge rad="112500"/>
          </a:effectLst>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6295" y="208025"/>
            <a:ext cx="3172800" cy="2379600"/>
          </a:xfrm>
          <a:prstGeom prst="rect">
            <a:avLst/>
          </a:prstGeom>
          <a:ln>
            <a:noFill/>
          </a:ln>
          <a:effectLst>
            <a:softEdge rad="112500"/>
          </a:effectLst>
        </p:spPr>
      </p:pic>
    </p:spTree>
    <p:extLst>
      <p:ext uri="{BB962C8B-B14F-4D97-AF65-F5344CB8AC3E}">
        <p14:creationId xmlns:p14="http://schemas.microsoft.com/office/powerpoint/2010/main" val="17342515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28</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123" y="300000"/>
            <a:ext cx="3840000" cy="216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123" y="2681061"/>
            <a:ext cx="3840000" cy="21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0930" y="2681061"/>
            <a:ext cx="3840000" cy="216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0930" y="300000"/>
            <a:ext cx="3840000" cy="2160000"/>
          </a:xfrm>
          <a:prstGeom prst="rect">
            <a:avLst/>
          </a:prstGeom>
          <a:ln>
            <a:noFill/>
          </a:ln>
          <a:effectLst>
            <a:softEdge rad="112500"/>
          </a:effectLst>
        </p:spPr>
      </p:pic>
    </p:spTree>
    <p:extLst>
      <p:ext uri="{BB962C8B-B14F-4D97-AF65-F5344CB8AC3E}">
        <p14:creationId xmlns:p14="http://schemas.microsoft.com/office/powerpoint/2010/main" val="26659501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29</a:t>
            </a:fld>
            <a:endParaRPr lang="en-GB"/>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545" y="231750"/>
            <a:ext cx="3510793" cy="4680000"/>
          </a:xfrm>
          <a:prstGeom prst="rect">
            <a:avLst/>
          </a:prstGeom>
          <a:ln>
            <a:noFill/>
          </a:ln>
          <a:effectLst>
            <a:softEdge rad="112500"/>
          </a:effectLst>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7513" y="176277"/>
            <a:ext cx="3594021" cy="4790946"/>
          </a:xfrm>
          <a:prstGeom prst="rect">
            <a:avLst/>
          </a:prstGeom>
          <a:ln>
            <a:noFill/>
          </a:ln>
          <a:effectLst>
            <a:softEdge rad="112500"/>
          </a:effectLst>
        </p:spPr>
      </p:pic>
    </p:spTree>
    <p:extLst>
      <p:ext uri="{BB962C8B-B14F-4D97-AF65-F5344CB8AC3E}">
        <p14:creationId xmlns:p14="http://schemas.microsoft.com/office/powerpoint/2010/main" val="11997821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30</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2" y="422445"/>
            <a:ext cx="2880000" cy="216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52" y="2760000"/>
            <a:ext cx="2880000" cy="21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32000" y="422445"/>
            <a:ext cx="2880000" cy="216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2325" y="2760000"/>
            <a:ext cx="2879350" cy="216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85667" y="422445"/>
            <a:ext cx="2880000" cy="2160000"/>
          </a:xfrm>
          <a:prstGeom prst="rect">
            <a:avLst/>
          </a:prstGeom>
          <a:ln>
            <a:noFill/>
          </a:ln>
          <a:effectLst>
            <a:softEdge rad="112500"/>
          </a:effectLst>
        </p:spPr>
      </p:pic>
      <p:pic>
        <p:nvPicPr>
          <p:cNvPr id="8" name="圖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85667" y="2760000"/>
            <a:ext cx="2880000" cy="2160000"/>
          </a:xfrm>
          <a:prstGeom prst="rect">
            <a:avLst/>
          </a:prstGeom>
          <a:ln>
            <a:noFill/>
          </a:ln>
          <a:effectLst>
            <a:softEdge rad="112500"/>
          </a:effectLst>
        </p:spPr>
      </p:pic>
    </p:spTree>
    <p:extLst>
      <p:ext uri="{BB962C8B-B14F-4D97-AF65-F5344CB8AC3E}">
        <p14:creationId xmlns:p14="http://schemas.microsoft.com/office/powerpoint/2010/main" val="38016019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31</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5091" y="939150"/>
            <a:ext cx="4352618" cy="32652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909" y="938731"/>
            <a:ext cx="4354717" cy="3266038"/>
          </a:xfrm>
          <a:prstGeom prst="rect">
            <a:avLst/>
          </a:prstGeom>
          <a:ln>
            <a:noFill/>
          </a:ln>
          <a:effectLst>
            <a:softEdge rad="112500"/>
          </a:effectLst>
        </p:spPr>
      </p:pic>
    </p:spTree>
    <p:extLst>
      <p:ext uri="{BB962C8B-B14F-4D97-AF65-F5344CB8AC3E}">
        <p14:creationId xmlns:p14="http://schemas.microsoft.com/office/powerpoint/2010/main" val="5654459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32</a:t>
            </a:fld>
            <a:endParaRPr lang="en-GB"/>
          </a:p>
        </p:txBody>
      </p:sp>
      <p:sp>
        <p:nvSpPr>
          <p:cNvPr id="5" name="圓角矩形 4"/>
          <p:cNvSpPr/>
          <p:nvPr/>
        </p:nvSpPr>
        <p:spPr>
          <a:xfrm>
            <a:off x="3281854" y="4430973"/>
            <a:ext cx="2580293"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與美方教師共組</a:t>
            </a:r>
            <a:r>
              <a:rPr lang="en-US" altLang="zh-TW" dirty="0" smtClean="0">
                <a:latin typeface="華康華綜體W5(P)" pitchFamily="34" charset="-120"/>
                <a:ea typeface="華康華綜體W5(P)" pitchFamily="34" charset="-120"/>
              </a:rPr>
              <a:t>Line</a:t>
            </a:r>
            <a:r>
              <a:rPr lang="zh-TW" altLang="en-US" dirty="0" smtClean="0">
                <a:latin typeface="華康華綜體W5(P)" pitchFamily="34" charset="-120"/>
                <a:ea typeface="華康華綜體W5(P)" pitchFamily="34" charset="-120"/>
              </a:rPr>
              <a:t>群：</a:t>
            </a:r>
            <a:endParaRPr lang="en-US" altLang="zh-TW" dirty="0" smtClean="0">
              <a:latin typeface="華康華綜體W5(P)" pitchFamily="34" charset="-120"/>
              <a:ea typeface="華康華綜體W5(P)" pitchFamily="34" charset="-120"/>
            </a:endParaRPr>
          </a:p>
          <a:p>
            <a:pPr algn="ctr"/>
            <a:r>
              <a:rPr lang="zh-TW" altLang="en-US" dirty="0">
                <a:latin typeface="華康華綜體W5(P)" pitchFamily="34" charset="-120"/>
                <a:ea typeface="華康華綜體W5(P)" pitchFamily="34" charset="-120"/>
              </a:rPr>
              <a:t>零</a:t>
            </a:r>
            <a:r>
              <a:rPr lang="zh-TW" altLang="en-US" dirty="0" smtClean="0">
                <a:latin typeface="華康華綜體W5(P)" pitchFamily="34" charset="-120"/>
                <a:ea typeface="華康華綜體W5(P)" pitchFamily="34" charset="-120"/>
              </a:rPr>
              <a:t>時差共同討論</a:t>
            </a:r>
            <a:endParaRPr lang="zh-TW" altLang="en-US" dirty="0">
              <a:latin typeface="華康華綜體W5(P)" pitchFamily="34" charset="-120"/>
              <a:ea typeface="華康華綜體W5(P)" pitchFamily="34" charset="-12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3114" y="560056"/>
            <a:ext cx="2893191" cy="3600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8136" y="560056"/>
            <a:ext cx="2887728" cy="3600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016" y="560056"/>
            <a:ext cx="2781623" cy="36000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08433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33</a:t>
            </a:fld>
            <a:endParaRPr lang="en-GB"/>
          </a:p>
        </p:txBody>
      </p:sp>
      <p:sp>
        <p:nvSpPr>
          <p:cNvPr id="4" name="圓角矩形 3"/>
          <p:cNvSpPr/>
          <p:nvPr/>
        </p:nvSpPr>
        <p:spPr>
          <a:xfrm>
            <a:off x="3281854" y="4477648"/>
            <a:ext cx="2580293"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a:latin typeface="華康華綜體W5(P)" pitchFamily="34" charset="-120"/>
                <a:ea typeface="華康華綜體W5(P)" pitchFamily="34" charset="-120"/>
              </a:rPr>
              <a:t>台</a:t>
            </a:r>
            <a:r>
              <a:rPr lang="zh-TW" altLang="en-US" dirty="0" smtClean="0">
                <a:latin typeface="華康華綜體W5(P)" pitchFamily="34" charset="-120"/>
                <a:ea typeface="華康華綜體W5(P)" pitchFamily="34" charset="-120"/>
              </a:rPr>
              <a:t>美學生共編</a:t>
            </a:r>
            <a:r>
              <a:rPr lang="en-US" altLang="zh-TW" dirty="0" err="1" smtClean="0">
                <a:latin typeface="華康華綜體W5(P)" pitchFamily="34" charset="-120"/>
                <a:ea typeface="華康華綜體W5(P)" pitchFamily="34" charset="-120"/>
              </a:rPr>
              <a:t>Padlet</a:t>
            </a:r>
            <a:r>
              <a:rPr lang="zh-TW" altLang="en-US" dirty="0" smtClean="0">
                <a:latin typeface="華康華綜體W5(P)" pitchFamily="34" charset="-120"/>
                <a:ea typeface="華康華綜體W5(P)" pitchFamily="34" charset="-120"/>
              </a:rPr>
              <a:t>平台：</a:t>
            </a:r>
            <a:endParaRPr lang="en-US" altLang="zh-TW" dirty="0" smtClean="0">
              <a:latin typeface="華康華綜體W5(P)" pitchFamily="34" charset="-120"/>
              <a:ea typeface="華康華綜體W5(P)" pitchFamily="34" charset="-120"/>
            </a:endParaRPr>
          </a:p>
          <a:p>
            <a:pPr algn="ctr"/>
            <a:r>
              <a:rPr lang="zh-TW" altLang="en-US" dirty="0">
                <a:latin typeface="華康華綜體W5(P)" pitchFamily="34" charset="-120"/>
                <a:ea typeface="華康華綜體W5(P)" pitchFamily="34" charset="-120"/>
              </a:rPr>
              <a:t>零</a:t>
            </a:r>
            <a:r>
              <a:rPr lang="zh-TW" altLang="en-US" dirty="0" smtClean="0">
                <a:latin typeface="華康華綜體W5(P)" pitchFamily="34" charset="-120"/>
                <a:ea typeface="華康華綜體W5(P)" pitchFamily="34" charset="-120"/>
              </a:rPr>
              <a:t>時差共同交流</a:t>
            </a:r>
            <a:endParaRPr lang="zh-TW" altLang="en-US" dirty="0">
              <a:latin typeface="華康華綜體W5(P)" pitchFamily="34" charset="-120"/>
              <a:ea typeface="華康華綜體W5(P)" pitchFamily="34" charset="-12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9244" y="107075"/>
            <a:ext cx="6685513" cy="429814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36768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err="1" smtClean="0"/>
              <a:t>SDGs</a:t>
            </a:r>
            <a:r>
              <a:rPr lang="zh-TW" altLang="en-US" dirty="0" smtClean="0"/>
              <a:t>永續農業與市場觀察參訪：新化老街、善化可果美</a:t>
            </a:r>
            <a:endParaRPr lang="zh-TW" altLang="en-US" dirty="0"/>
          </a:p>
        </p:txBody>
      </p:sp>
      <p:sp>
        <p:nvSpPr>
          <p:cNvPr id="3" name="內容版面配置區 2"/>
          <p:cNvSpPr>
            <a:spLocks noGrp="1"/>
          </p:cNvSpPr>
          <p:nvPr>
            <p:ph idx="1"/>
          </p:nvPr>
        </p:nvSpPr>
        <p:spPr/>
        <p:txBody>
          <a:bodyPr/>
          <a:lstStyle/>
          <a:p>
            <a:r>
              <a:rPr lang="zh-TW" altLang="en-US" dirty="0" smtClean="0"/>
              <a:t>辦理時間：</a:t>
            </a:r>
            <a:r>
              <a:rPr lang="en-US" altLang="zh-TW" dirty="0" smtClean="0"/>
              <a:t>5/17</a:t>
            </a:r>
            <a:r>
              <a:rPr lang="zh-TW" altLang="en-US" dirty="0" smtClean="0"/>
              <a:t>（</a:t>
            </a:r>
            <a:r>
              <a:rPr lang="zh-TW" altLang="en-US" dirty="0"/>
              <a:t>五</a:t>
            </a:r>
            <a:r>
              <a:rPr lang="zh-TW" altLang="en-US" dirty="0" smtClean="0"/>
              <a:t>）</a:t>
            </a:r>
            <a:endParaRPr lang="en-US" altLang="zh-TW" dirty="0" smtClean="0"/>
          </a:p>
          <a:p>
            <a:r>
              <a:rPr lang="zh-TW" altLang="en-US" dirty="0" smtClean="0"/>
              <a:t>多元永續主題：</a:t>
            </a:r>
            <a:endParaRPr lang="en-US" altLang="zh-TW" dirty="0" smtClean="0"/>
          </a:p>
          <a:p>
            <a:pPr lvl="1"/>
            <a:r>
              <a:rPr lang="zh-TW" altLang="en-US" dirty="0" smtClean="0">
                <a:latin typeface="華康華綜體W5(P)" pitchFamily="34" charset="-120"/>
                <a:ea typeface="華康華綜體W5(P)" pitchFamily="34" charset="-120"/>
              </a:rPr>
              <a:t>都市城鄉發展與歷史建築</a:t>
            </a:r>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企業節能、生態永續經營</a:t>
            </a:r>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永續農業與農產加工</a:t>
            </a:r>
            <a:endParaRPr lang="zh-TW" altLang="en-US" dirty="0">
              <a:latin typeface="華康華綜體W5(P)" pitchFamily="34" charset="-120"/>
              <a:ea typeface="華康華綜體W5(P)" pitchFamily="34" charset="-120"/>
            </a:endParaRPr>
          </a:p>
        </p:txBody>
      </p:sp>
      <p:sp>
        <p:nvSpPr>
          <p:cNvPr id="4" name="投影片編號版面配置區 3"/>
          <p:cNvSpPr>
            <a:spLocks noGrp="1"/>
          </p:cNvSpPr>
          <p:nvPr>
            <p:ph type="sldNum" sz="quarter" idx="12"/>
          </p:nvPr>
        </p:nvSpPr>
        <p:spPr/>
        <p:txBody>
          <a:bodyPr/>
          <a:lstStyle/>
          <a:p>
            <a:fld id="{C16A17E3-46CD-4916-A787-14844142749B}" type="slidenum">
              <a:rPr lang="zh-TW" altLang="en-US" smtClean="0"/>
              <a:t>34</a:t>
            </a:fld>
            <a:endParaRPr lang="zh-TW" altLang="en-US"/>
          </a:p>
        </p:txBody>
      </p:sp>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095" y="1939087"/>
            <a:ext cx="1208955" cy="810000"/>
          </a:xfrm>
          <a:prstGeom prst="rect">
            <a:avLst/>
          </a:prstGeom>
          <a:ln>
            <a:noFill/>
          </a:ln>
          <a:effectLst>
            <a:softEdge rad="112500"/>
          </a:effectLst>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7618" y="1129087"/>
            <a:ext cx="1208955" cy="810000"/>
          </a:xfrm>
          <a:prstGeom prst="rect">
            <a:avLst/>
          </a:prstGeom>
          <a:ln>
            <a:noFill/>
          </a:ln>
          <a:effectLst>
            <a:softEdge rad="112500"/>
          </a:effectLst>
        </p:spPr>
      </p:pic>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6573" y="1129087"/>
            <a:ext cx="1208955" cy="810000"/>
          </a:xfrm>
          <a:prstGeom prst="rect">
            <a:avLst/>
          </a:prstGeom>
          <a:ln>
            <a:noFill/>
          </a:ln>
          <a:effectLst>
            <a:softEdge rad="112500"/>
          </a:effectLst>
        </p:spPr>
      </p:pic>
      <p:pic>
        <p:nvPicPr>
          <p:cNvPr id="11" name="圖片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15527" y="1129087"/>
            <a:ext cx="1208955" cy="810000"/>
          </a:xfrm>
          <a:prstGeom prst="rect">
            <a:avLst/>
          </a:prstGeom>
          <a:ln>
            <a:noFill/>
          </a:ln>
          <a:effectLst>
            <a:softEdge rad="112500"/>
          </a:effectLst>
        </p:spPr>
      </p:pic>
      <p:pic>
        <p:nvPicPr>
          <p:cNvPr id="12" name="圖片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10512" y="1939087"/>
            <a:ext cx="1208955" cy="810000"/>
          </a:xfrm>
          <a:prstGeom prst="rect">
            <a:avLst/>
          </a:prstGeom>
          <a:ln>
            <a:noFill/>
          </a:ln>
          <a:effectLst>
            <a:softEdge rad="112500"/>
          </a:effectLst>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44101" y="2770302"/>
            <a:ext cx="7055798" cy="2373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圖片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72234" y="1275782"/>
            <a:ext cx="1326609" cy="1326609"/>
          </a:xfrm>
          <a:prstGeom prst="rect">
            <a:avLst/>
          </a:prstGeom>
        </p:spPr>
      </p:pic>
    </p:spTree>
    <p:extLst>
      <p:ext uri="{BB962C8B-B14F-4D97-AF65-F5344CB8AC3E}">
        <p14:creationId xmlns:p14="http://schemas.microsoft.com/office/powerpoint/2010/main" val="15638724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35</a:t>
            </a:fld>
            <a:endParaRPr lang="en-GB"/>
          </a:p>
        </p:txBody>
      </p:sp>
      <p:sp>
        <p:nvSpPr>
          <p:cNvPr id="9" name="圓角矩形 8"/>
          <p:cNvSpPr/>
          <p:nvPr/>
        </p:nvSpPr>
        <p:spPr>
          <a:xfrm>
            <a:off x="2695492" y="2269111"/>
            <a:ext cx="3872285"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校外參訪：新化老街及善化可果美公司</a:t>
            </a:r>
            <a:r>
              <a:rPr lang="en-US" altLang="zh-TW" dirty="0" smtClean="0">
                <a:latin typeface="華康華綜體W5(P)" pitchFamily="34" charset="-120"/>
                <a:ea typeface="華康華綜體W5(P)" pitchFamily="34" charset="-120"/>
              </a:rPr>
              <a:t>5/17(</a:t>
            </a:r>
            <a:r>
              <a:rPr lang="zh-TW" altLang="en-US" dirty="0">
                <a:latin typeface="華康華綜體W5(P)" pitchFamily="34" charset="-120"/>
                <a:ea typeface="華康華綜體W5(P)" pitchFamily="34" charset="-120"/>
              </a:rPr>
              <a:t>五</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492" y="300000"/>
            <a:ext cx="2400000" cy="180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492" y="3082016"/>
            <a:ext cx="2400000" cy="180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000" y="300000"/>
            <a:ext cx="2400000" cy="1800000"/>
          </a:xfrm>
          <a:prstGeom prst="rect">
            <a:avLst/>
          </a:prstGeom>
          <a:ln>
            <a:noFill/>
          </a:ln>
          <a:effectLst>
            <a:softEdge rad="112500"/>
          </a:effectLst>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1336" y="300000"/>
            <a:ext cx="2400000" cy="1800000"/>
          </a:xfrm>
          <a:prstGeom prst="rect">
            <a:avLst/>
          </a:prstGeom>
          <a:ln>
            <a:noFill/>
          </a:ln>
          <a:effectLst>
            <a:softEdge rad="112500"/>
          </a:effectLst>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72000" y="3082016"/>
            <a:ext cx="2400000" cy="1800000"/>
          </a:xfrm>
          <a:prstGeom prst="rect">
            <a:avLst/>
          </a:prstGeom>
          <a:ln>
            <a:noFill/>
          </a:ln>
          <a:effectLst>
            <a:softEdge rad="112500"/>
          </a:effectLst>
        </p:spPr>
      </p:pic>
      <p:pic>
        <p:nvPicPr>
          <p:cNvPr id="8" name="圖片 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91336" y="3082016"/>
            <a:ext cx="2400000" cy="1800000"/>
          </a:xfrm>
          <a:prstGeom prst="rect">
            <a:avLst/>
          </a:prstGeom>
          <a:ln>
            <a:noFill/>
          </a:ln>
          <a:effectLst>
            <a:softEdge rad="112500"/>
          </a:effectLst>
        </p:spPr>
      </p:pic>
    </p:spTree>
    <p:extLst>
      <p:ext uri="{BB962C8B-B14F-4D97-AF65-F5344CB8AC3E}">
        <p14:creationId xmlns:p14="http://schemas.microsoft.com/office/powerpoint/2010/main" val="57804243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36</a:t>
            </a:fld>
            <a:endParaRPr lang="en-GB"/>
          </a:p>
        </p:txBody>
      </p:sp>
      <p:sp>
        <p:nvSpPr>
          <p:cNvPr id="9" name="圓角矩形 8"/>
          <p:cNvSpPr/>
          <p:nvPr/>
        </p:nvSpPr>
        <p:spPr>
          <a:xfrm>
            <a:off x="2695492" y="2269111"/>
            <a:ext cx="3872285"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校外參訪：新化老街及善化可果美公司</a:t>
            </a:r>
            <a:r>
              <a:rPr lang="en-US" altLang="zh-TW" dirty="0" smtClean="0">
                <a:latin typeface="華康華綜體W5(P)" pitchFamily="34" charset="-120"/>
                <a:ea typeface="華康華綜體W5(P)" pitchFamily="34" charset="-120"/>
              </a:rPr>
              <a:t>5/17(</a:t>
            </a:r>
            <a:r>
              <a:rPr lang="zh-TW" altLang="en-US" dirty="0">
                <a:latin typeface="華康華綜體W5(P)" pitchFamily="34" charset="-120"/>
                <a:ea typeface="華康華綜體W5(P)" pitchFamily="34" charset="-120"/>
              </a:rPr>
              <a:t>五</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pic>
        <p:nvPicPr>
          <p:cNvPr id="10" name="圖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033" y="300000"/>
            <a:ext cx="2400000" cy="1800000"/>
          </a:xfrm>
          <a:prstGeom prst="rect">
            <a:avLst/>
          </a:prstGeom>
          <a:ln>
            <a:noFill/>
          </a:ln>
          <a:effectLst>
            <a:softEdge rad="112500"/>
          </a:effectLst>
        </p:spPr>
      </p:pic>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6033" y="3088461"/>
            <a:ext cx="2399459" cy="1800000"/>
          </a:xfrm>
          <a:prstGeom prst="rect">
            <a:avLst/>
          </a:prstGeom>
          <a:ln>
            <a:noFill/>
          </a:ln>
          <a:effectLst>
            <a:softEdge rad="112500"/>
          </a:effectLst>
        </p:spPr>
      </p:pic>
      <p:pic>
        <p:nvPicPr>
          <p:cNvPr id="12" name="圖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2271" y="3088461"/>
            <a:ext cx="2399459" cy="1800000"/>
          </a:xfrm>
          <a:prstGeom prst="rect">
            <a:avLst/>
          </a:prstGeom>
          <a:ln>
            <a:noFill/>
          </a:ln>
          <a:effectLst>
            <a:softEdge rad="112500"/>
          </a:effectLst>
        </p:spPr>
      </p:pic>
      <p:pic>
        <p:nvPicPr>
          <p:cNvPr id="13" name="圖片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2000" y="300000"/>
            <a:ext cx="2400000" cy="1800000"/>
          </a:xfrm>
          <a:prstGeom prst="rect">
            <a:avLst/>
          </a:prstGeom>
          <a:ln>
            <a:noFill/>
          </a:ln>
          <a:effectLst>
            <a:softEdge rad="112500"/>
          </a:effectLst>
        </p:spPr>
      </p:pic>
      <p:pic>
        <p:nvPicPr>
          <p:cNvPr id="14" name="圖片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69944" y="300000"/>
            <a:ext cx="2400000" cy="1800000"/>
          </a:xfrm>
          <a:prstGeom prst="rect">
            <a:avLst/>
          </a:prstGeom>
          <a:ln>
            <a:noFill/>
          </a:ln>
          <a:effectLst>
            <a:softEdge rad="112500"/>
          </a:effectLst>
        </p:spPr>
      </p:pic>
      <p:pic>
        <p:nvPicPr>
          <p:cNvPr id="15" name="圖片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69944" y="3088461"/>
            <a:ext cx="2400000" cy="1800000"/>
          </a:xfrm>
          <a:prstGeom prst="rect">
            <a:avLst/>
          </a:prstGeom>
          <a:ln>
            <a:noFill/>
          </a:ln>
          <a:effectLst>
            <a:softEdge rad="112500"/>
          </a:effectLst>
        </p:spPr>
      </p:pic>
    </p:spTree>
    <p:extLst>
      <p:ext uri="{BB962C8B-B14F-4D97-AF65-F5344CB8AC3E}">
        <p14:creationId xmlns:p14="http://schemas.microsoft.com/office/powerpoint/2010/main" val="256866323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37</a:t>
            </a:fld>
            <a:endParaRPr lang="en-GB"/>
          </a:p>
        </p:txBody>
      </p:sp>
      <p:sp>
        <p:nvSpPr>
          <p:cNvPr id="9" name="圓角矩形 8"/>
          <p:cNvSpPr/>
          <p:nvPr/>
        </p:nvSpPr>
        <p:spPr>
          <a:xfrm>
            <a:off x="2635858" y="539900"/>
            <a:ext cx="3872285" cy="56376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dirty="0" smtClean="0">
                <a:latin typeface="華康華綜體W5(P)" pitchFamily="34" charset="-120"/>
                <a:ea typeface="華康華綜體W5(P)" pitchFamily="34" charset="-120"/>
              </a:rPr>
              <a:t>校外參訪：新化老街及善化可果美公司</a:t>
            </a:r>
            <a:r>
              <a:rPr lang="en-US" altLang="zh-TW" dirty="0" smtClean="0">
                <a:latin typeface="華康華綜體W5(P)" pitchFamily="34" charset="-120"/>
                <a:ea typeface="華康華綜體W5(P)" pitchFamily="34" charset="-120"/>
              </a:rPr>
              <a:t>5/17(</a:t>
            </a:r>
            <a:r>
              <a:rPr lang="zh-TW" altLang="en-US" dirty="0">
                <a:latin typeface="華康華綜體W5(P)" pitchFamily="34" charset="-120"/>
                <a:ea typeface="華康華綜體W5(P)" pitchFamily="34" charset="-120"/>
              </a:rPr>
              <a:t>五</a:t>
            </a:r>
            <a:r>
              <a:rPr lang="en-US" altLang="zh-TW" dirty="0" smtClean="0">
                <a:latin typeface="華康華綜體W5(P)" pitchFamily="34" charset="-120"/>
                <a:ea typeface="華康華綜體W5(P)" pitchFamily="34" charset="-120"/>
              </a:rPr>
              <a:t>)</a:t>
            </a:r>
            <a:endParaRPr lang="zh-TW" altLang="en-US" dirty="0">
              <a:latin typeface="華康華綜體W5(P)" pitchFamily="34" charset="-120"/>
              <a:ea typeface="華康華綜體W5(P)" pitchFamily="34" charset="-120"/>
            </a:endParaRPr>
          </a:p>
        </p:txBody>
      </p:sp>
      <p:pic>
        <p:nvPicPr>
          <p:cNvPr id="10" name="圖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57" y="1401429"/>
            <a:ext cx="4320000" cy="3240000"/>
          </a:xfrm>
          <a:prstGeom prst="rect">
            <a:avLst/>
          </a:prstGeom>
          <a:ln>
            <a:noFill/>
          </a:ln>
          <a:effectLst>
            <a:softEdge rad="112500"/>
          </a:effectLst>
        </p:spPr>
      </p:pic>
      <p:pic>
        <p:nvPicPr>
          <p:cNvPr id="11" name="圖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3632" y="1401429"/>
            <a:ext cx="4320000" cy="3240000"/>
          </a:xfrm>
          <a:prstGeom prst="rect">
            <a:avLst/>
          </a:prstGeom>
          <a:ln>
            <a:noFill/>
          </a:ln>
          <a:effectLst>
            <a:softEdge rad="112500"/>
          </a:effectLst>
        </p:spPr>
      </p:pic>
    </p:spTree>
    <p:extLst>
      <p:ext uri="{BB962C8B-B14F-4D97-AF65-F5344CB8AC3E}">
        <p14:creationId xmlns:p14="http://schemas.microsoft.com/office/powerpoint/2010/main" val="25686632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38</a:t>
            </a:fld>
            <a:endParaRPr lang="en-GB"/>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0"/>
            <a:ext cx="6858000" cy="5143500"/>
          </a:xfrm>
          <a:prstGeom prst="rect">
            <a:avLst/>
          </a:prstGeom>
          <a:ln>
            <a:noFill/>
          </a:ln>
          <a:effectLst>
            <a:softEdge rad="112500"/>
          </a:effectLst>
        </p:spPr>
      </p:pic>
    </p:spTree>
    <p:extLst>
      <p:ext uri="{BB962C8B-B14F-4D97-AF65-F5344CB8AC3E}">
        <p14:creationId xmlns:p14="http://schemas.microsoft.com/office/powerpoint/2010/main" val="400441257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39</a:t>
            </a:fld>
            <a:endParaRPr lang="en-GB"/>
          </a:p>
        </p:txBody>
      </p:sp>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7000" y="591750"/>
            <a:ext cx="2970000" cy="3960000"/>
          </a:xfrm>
          <a:prstGeom prst="rect">
            <a:avLst/>
          </a:prstGeom>
          <a:ln>
            <a:noFill/>
          </a:ln>
          <a:effectLst>
            <a:softEdge rad="112500"/>
          </a:effectLst>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91750"/>
            <a:ext cx="2970000" cy="3960000"/>
          </a:xfrm>
          <a:prstGeom prst="rect">
            <a:avLst/>
          </a:prstGeom>
          <a:ln>
            <a:noFill/>
          </a:ln>
          <a:effectLst>
            <a:softEdge rad="112500"/>
          </a:effectLst>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4000" y="591750"/>
            <a:ext cx="2970000" cy="3960000"/>
          </a:xfrm>
          <a:prstGeom prst="rect">
            <a:avLst/>
          </a:prstGeom>
          <a:ln>
            <a:noFill/>
          </a:ln>
          <a:effectLst>
            <a:softEdge rad="112500"/>
          </a:effectLst>
        </p:spPr>
      </p:pic>
    </p:spTree>
    <p:extLst>
      <p:ext uri="{BB962C8B-B14F-4D97-AF65-F5344CB8AC3E}">
        <p14:creationId xmlns:p14="http://schemas.microsoft.com/office/powerpoint/2010/main" val="238612645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未來規劃</a:t>
            </a:r>
            <a:endParaRPr lang="zh-TW" altLang="en-US" dirty="0"/>
          </a:p>
        </p:txBody>
      </p:sp>
      <p:sp>
        <p:nvSpPr>
          <p:cNvPr id="3" name="投影片編號版面配置區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40</a:t>
            </a:fld>
            <a:endParaRPr lang="en-GB"/>
          </a:p>
        </p:txBody>
      </p:sp>
      <p:graphicFrame>
        <p:nvGraphicFramePr>
          <p:cNvPr id="4" name="表格 3"/>
          <p:cNvGraphicFramePr>
            <a:graphicFrameLocks noGrp="1"/>
          </p:cNvGraphicFramePr>
          <p:nvPr>
            <p:extLst>
              <p:ext uri="{D42A27DB-BD31-4B8C-83A1-F6EECF244321}">
                <p14:modId xmlns:p14="http://schemas.microsoft.com/office/powerpoint/2010/main" val="2374530881"/>
              </p:ext>
            </p:extLst>
          </p:nvPr>
        </p:nvGraphicFramePr>
        <p:xfrm>
          <a:off x="310301" y="1593740"/>
          <a:ext cx="8523398" cy="3145240"/>
        </p:xfrm>
        <a:graphic>
          <a:graphicData uri="http://schemas.openxmlformats.org/drawingml/2006/table">
            <a:tbl>
              <a:tblPr firstRow="1" firstCol="1" bandRow="1">
                <a:tableStyleId>{5C22544A-7EE6-4342-B048-85BDC9FD1C3A}</a:tableStyleId>
              </a:tblPr>
              <a:tblGrid>
                <a:gridCol w="1524905"/>
                <a:gridCol w="6998493"/>
              </a:tblGrid>
              <a:tr h="449320">
                <a:tc>
                  <a:txBody>
                    <a:bodyPr/>
                    <a:lstStyle/>
                    <a:p>
                      <a:pPr>
                        <a:spcAft>
                          <a:spcPts val="0"/>
                        </a:spcAft>
                      </a:pPr>
                      <a:r>
                        <a:rPr lang="zh-TW" sz="1800" dirty="0">
                          <a:effectLst/>
                          <a:latin typeface="華康華綜體W5(P)" pitchFamily="34" charset="-120"/>
                          <a:ea typeface="華康華綜體W5(P)" pitchFamily="34" charset="-120"/>
                        </a:rPr>
                        <a:t>時間</a:t>
                      </a:r>
                    </a:p>
                  </a:txBody>
                  <a:tcPr marL="68580" marR="68580" marT="0" marB="0" anchor="ctr"/>
                </a:tc>
                <a:tc>
                  <a:txBody>
                    <a:bodyPr/>
                    <a:lstStyle/>
                    <a:p>
                      <a:pPr>
                        <a:spcAft>
                          <a:spcPts val="0"/>
                        </a:spcAft>
                      </a:pPr>
                      <a:r>
                        <a:rPr lang="zh-TW" sz="1800">
                          <a:effectLst/>
                          <a:latin typeface="華康華綜體W5(P)" pitchFamily="34" charset="-120"/>
                          <a:ea typeface="華康華綜體W5(P)" pitchFamily="34" charset="-120"/>
                        </a:rPr>
                        <a:t>內容</a:t>
                      </a:r>
                    </a:p>
                  </a:txBody>
                  <a:tcPr marL="68580" marR="68580" marT="0" marB="0" anchor="ctr"/>
                </a:tc>
              </a:tr>
              <a:tr h="449320">
                <a:tc>
                  <a:txBody>
                    <a:bodyPr/>
                    <a:lstStyle/>
                    <a:p>
                      <a:pPr>
                        <a:spcAft>
                          <a:spcPts val="0"/>
                        </a:spcAft>
                      </a:pPr>
                      <a:r>
                        <a:rPr lang="en-US" altLang="zh-TW" sz="1800" dirty="0" smtClean="0">
                          <a:effectLst/>
                          <a:latin typeface="華康華綜體W5(P)" pitchFamily="34" charset="-120"/>
                          <a:ea typeface="華康華綜體W5(P)" pitchFamily="34" charset="-120"/>
                        </a:rPr>
                        <a:t>5</a:t>
                      </a:r>
                      <a:r>
                        <a:rPr lang="en-US" sz="1800" dirty="0" smtClean="0">
                          <a:effectLst/>
                          <a:latin typeface="華康華綜體W5(P)" pitchFamily="34" charset="-120"/>
                          <a:ea typeface="華康華綜體W5(P)" pitchFamily="34" charset="-120"/>
                        </a:rPr>
                        <a:t>/</a:t>
                      </a:r>
                      <a:r>
                        <a:rPr lang="en-US" altLang="zh-TW" sz="1800" dirty="0" smtClean="0">
                          <a:effectLst/>
                          <a:latin typeface="華康華綜體W5(P)" pitchFamily="34" charset="-120"/>
                          <a:ea typeface="華康華綜體W5(P)" pitchFamily="34" charset="-120"/>
                        </a:rPr>
                        <a:t>29</a:t>
                      </a:r>
                      <a:r>
                        <a:rPr lang="en-US" sz="1800" dirty="0" smtClean="0">
                          <a:effectLst/>
                          <a:latin typeface="華康華綜體W5(P)" pitchFamily="34" charset="-120"/>
                          <a:ea typeface="華康華綜體W5(P)" pitchFamily="34" charset="-120"/>
                        </a:rPr>
                        <a:t>(</a:t>
                      </a:r>
                      <a:r>
                        <a:rPr lang="zh-TW" sz="1800" dirty="0">
                          <a:effectLst/>
                          <a:latin typeface="華康華綜體W5(P)" pitchFamily="34" charset="-120"/>
                          <a:ea typeface="華康華綜體W5(P)" pitchFamily="34" charset="-120"/>
                        </a:rPr>
                        <a:t>三</a:t>
                      </a:r>
                      <a:r>
                        <a:rPr lang="en-US" sz="1800" dirty="0">
                          <a:effectLst/>
                          <a:latin typeface="華康華綜體W5(P)" pitchFamily="34" charset="-120"/>
                          <a:ea typeface="華康華綜體W5(P)" pitchFamily="34" charset="-120"/>
                        </a:rPr>
                        <a:t>)</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altLang="en-US" sz="1800" dirty="0" smtClean="0">
                          <a:effectLst/>
                          <a:latin typeface="華康華綜體W5(P)" pitchFamily="34" charset="-120"/>
                          <a:ea typeface="華康華綜體W5(P)" pitchFamily="34" charset="-120"/>
                        </a:rPr>
                        <a:t>家政主題課程：番茄料理王－</a:t>
                      </a:r>
                      <a:r>
                        <a:rPr lang="en-US" altLang="zh-TW" sz="1800" dirty="0" smtClean="0">
                          <a:effectLst/>
                          <a:latin typeface="華康華綜體W5(P)" pitchFamily="34" charset="-120"/>
                          <a:ea typeface="華康華綜體W5(P)" pitchFamily="34" charset="-120"/>
                        </a:rPr>
                        <a:t>Cooking tomato</a:t>
                      </a:r>
                      <a:endParaRPr lang="zh-TW" sz="1800" dirty="0">
                        <a:effectLst/>
                        <a:latin typeface="華康華綜體W5(P)" pitchFamily="34" charset="-120"/>
                        <a:ea typeface="華康華綜體W5(P)" pitchFamily="34" charset="-120"/>
                      </a:endParaRPr>
                    </a:p>
                  </a:txBody>
                  <a:tcPr marL="68580" marR="68580" marT="0" marB="0" anchor="ctr"/>
                </a:tc>
              </a:tr>
              <a:tr h="449320">
                <a:tc>
                  <a:txBody>
                    <a:bodyPr/>
                    <a:lstStyle/>
                    <a:p>
                      <a:pPr>
                        <a:spcAft>
                          <a:spcPts val="0"/>
                        </a:spcAft>
                      </a:pPr>
                      <a:r>
                        <a:rPr lang="en-US" sz="1800" dirty="0" smtClean="0">
                          <a:effectLst/>
                          <a:latin typeface="華康華綜體W5(P)" pitchFamily="34" charset="-120"/>
                          <a:ea typeface="華康華綜體W5(P)" pitchFamily="34" charset="-120"/>
                        </a:rPr>
                        <a:t>6/5(</a:t>
                      </a:r>
                      <a:r>
                        <a:rPr lang="zh-TW" sz="1800" dirty="0">
                          <a:effectLst/>
                          <a:latin typeface="華康華綜體W5(P)" pitchFamily="34" charset="-120"/>
                          <a:ea typeface="華康華綜體W5(P)" pitchFamily="34" charset="-120"/>
                        </a:rPr>
                        <a:t>三</a:t>
                      </a:r>
                      <a:r>
                        <a:rPr lang="en-US" sz="1800" dirty="0">
                          <a:effectLst/>
                          <a:latin typeface="華康華綜體W5(P)" pitchFamily="34" charset="-120"/>
                          <a:ea typeface="華康華綜體W5(P)" pitchFamily="34" charset="-120"/>
                        </a:rPr>
                        <a:t>)</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altLang="en-US" sz="1800" dirty="0" smtClean="0">
                          <a:effectLst/>
                          <a:latin typeface="華康華綜體W5(P)" pitchFamily="34" charset="-120"/>
                          <a:ea typeface="華康華綜體W5(P)" pitchFamily="34" charset="-120"/>
                        </a:rPr>
                        <a:t>期末成果製作與成發演練</a:t>
                      </a:r>
                      <a:r>
                        <a:rPr lang="en-US" altLang="zh-TW" sz="1800" dirty="0" smtClean="0">
                          <a:effectLst/>
                          <a:latin typeface="華康華綜體W5(P)" pitchFamily="34" charset="-120"/>
                          <a:ea typeface="華康華綜體W5(P)" pitchFamily="34" charset="-120"/>
                        </a:rPr>
                        <a:t>1</a:t>
                      </a:r>
                      <a:endParaRPr lang="zh-TW" sz="1800" dirty="0">
                        <a:effectLst/>
                        <a:latin typeface="華康華綜體W5(P)" pitchFamily="34" charset="-120"/>
                        <a:ea typeface="華康華綜體W5(P)" pitchFamily="34" charset="-120"/>
                      </a:endParaRPr>
                    </a:p>
                  </a:txBody>
                  <a:tcPr marL="68580" marR="68580" marT="0" marB="0" anchor="ctr"/>
                </a:tc>
              </a:tr>
              <a:tr h="449320">
                <a:tc>
                  <a:txBody>
                    <a:bodyPr/>
                    <a:lstStyle/>
                    <a:p>
                      <a:pPr>
                        <a:spcAft>
                          <a:spcPts val="0"/>
                        </a:spcAft>
                      </a:pPr>
                      <a:r>
                        <a:rPr lang="en-US" altLang="zh-TW" sz="1800" dirty="0" smtClean="0">
                          <a:effectLst/>
                          <a:latin typeface="華康華綜體W5(P)" pitchFamily="34" charset="-120"/>
                          <a:ea typeface="華康華綜體W5(P)" pitchFamily="34" charset="-120"/>
                        </a:rPr>
                        <a:t>6</a:t>
                      </a:r>
                      <a:r>
                        <a:rPr lang="en-US" sz="1800" dirty="0" smtClean="0">
                          <a:effectLst/>
                          <a:latin typeface="華康華綜體W5(P)" pitchFamily="34" charset="-120"/>
                          <a:ea typeface="華康華綜體W5(P)" pitchFamily="34" charset="-120"/>
                        </a:rPr>
                        <a:t>/</a:t>
                      </a:r>
                      <a:r>
                        <a:rPr lang="en-US" altLang="zh-TW" sz="1800" dirty="0" smtClean="0">
                          <a:effectLst/>
                          <a:latin typeface="華康華綜體W5(P)" pitchFamily="34" charset="-120"/>
                          <a:ea typeface="華康華綜體W5(P)" pitchFamily="34" charset="-120"/>
                        </a:rPr>
                        <a:t>12</a:t>
                      </a:r>
                      <a:r>
                        <a:rPr lang="en-US" sz="1800" dirty="0" smtClean="0">
                          <a:effectLst/>
                          <a:latin typeface="華康華綜體W5(P)" pitchFamily="34" charset="-120"/>
                          <a:ea typeface="華康華綜體W5(P)" pitchFamily="34" charset="-120"/>
                        </a:rPr>
                        <a:t>(</a:t>
                      </a:r>
                      <a:r>
                        <a:rPr lang="zh-TW" sz="1800" dirty="0">
                          <a:effectLst/>
                          <a:latin typeface="華康華綜體W5(P)" pitchFamily="34" charset="-120"/>
                          <a:ea typeface="華康華綜體W5(P)" pitchFamily="34" charset="-120"/>
                        </a:rPr>
                        <a:t>三</a:t>
                      </a:r>
                      <a:r>
                        <a:rPr lang="en-US" sz="1800" dirty="0">
                          <a:effectLst/>
                          <a:latin typeface="華康華綜體W5(P)" pitchFamily="34" charset="-120"/>
                          <a:ea typeface="華康華綜體W5(P)" pitchFamily="34" charset="-120"/>
                        </a:rPr>
                        <a:t>)</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altLang="en-US" sz="1800" dirty="0" smtClean="0">
                          <a:effectLst/>
                          <a:latin typeface="華康華綜體W5(P)" pitchFamily="34" charset="-120"/>
                          <a:ea typeface="華康華綜體W5(P)" pitchFamily="34" charset="-120"/>
                        </a:rPr>
                        <a:t>期末成果製作與成發演練</a:t>
                      </a:r>
                      <a:r>
                        <a:rPr lang="en-US" altLang="zh-TW" sz="1800" dirty="0" smtClean="0">
                          <a:effectLst/>
                          <a:latin typeface="華康華綜體W5(P)" pitchFamily="34" charset="-120"/>
                          <a:ea typeface="華康華綜體W5(P)" pitchFamily="34" charset="-120"/>
                        </a:rPr>
                        <a:t>2</a:t>
                      </a:r>
                      <a:endParaRPr lang="zh-TW" sz="1800" dirty="0">
                        <a:effectLst/>
                        <a:latin typeface="華康華綜體W5(P)" pitchFamily="34" charset="-120"/>
                        <a:ea typeface="華康華綜體W5(P)" pitchFamily="34" charset="-120"/>
                      </a:endParaRPr>
                    </a:p>
                  </a:txBody>
                  <a:tcPr marL="68580" marR="68580" marT="0" marB="0" anchor="ctr"/>
                </a:tc>
              </a:tr>
              <a:tr h="449320">
                <a:tc>
                  <a:txBody>
                    <a:bodyPr/>
                    <a:lstStyle/>
                    <a:p>
                      <a:pPr>
                        <a:spcAft>
                          <a:spcPts val="0"/>
                        </a:spcAft>
                      </a:pPr>
                      <a:r>
                        <a:rPr lang="en-US" altLang="zh-TW" sz="1800" dirty="0" smtClean="0">
                          <a:effectLst/>
                          <a:latin typeface="華康華綜體W5(P)" pitchFamily="34" charset="-120"/>
                          <a:ea typeface="華康華綜體W5(P)" pitchFamily="34" charset="-120"/>
                        </a:rPr>
                        <a:t>6</a:t>
                      </a:r>
                      <a:r>
                        <a:rPr lang="en-US" sz="1800" dirty="0" smtClean="0">
                          <a:effectLst/>
                          <a:latin typeface="華康華綜體W5(P)" pitchFamily="34" charset="-120"/>
                          <a:ea typeface="華康華綜體W5(P)" pitchFamily="34" charset="-120"/>
                        </a:rPr>
                        <a:t>/</a:t>
                      </a:r>
                      <a:r>
                        <a:rPr lang="en-US" altLang="zh-TW" sz="1800" dirty="0" smtClean="0">
                          <a:effectLst/>
                          <a:latin typeface="華康華綜體W5(P)" pitchFamily="34" charset="-120"/>
                          <a:ea typeface="華康華綜體W5(P)" pitchFamily="34" charset="-120"/>
                        </a:rPr>
                        <a:t>1</a:t>
                      </a:r>
                      <a:r>
                        <a:rPr lang="en-US" sz="1800" dirty="0" smtClean="0">
                          <a:effectLst/>
                          <a:latin typeface="華康華綜體W5(P)" pitchFamily="34" charset="-120"/>
                          <a:ea typeface="華康華綜體W5(P)" pitchFamily="34" charset="-120"/>
                        </a:rPr>
                        <a:t>3(</a:t>
                      </a:r>
                      <a:r>
                        <a:rPr lang="zh-TW" altLang="en-US" sz="1800" dirty="0" smtClean="0">
                          <a:effectLst/>
                          <a:latin typeface="華康華綜體W5(P)" pitchFamily="34" charset="-120"/>
                          <a:ea typeface="華康華綜體W5(P)" pitchFamily="34" charset="-120"/>
                        </a:rPr>
                        <a:t>四</a:t>
                      </a:r>
                      <a:r>
                        <a:rPr lang="en-US" sz="1800" dirty="0" smtClean="0">
                          <a:effectLst/>
                          <a:latin typeface="華康華綜體W5(P)" pitchFamily="34" charset="-120"/>
                          <a:ea typeface="華康華綜體W5(P)" pitchFamily="34" charset="-120"/>
                        </a:rPr>
                        <a:t>)</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sz="1800" dirty="0">
                          <a:effectLst/>
                          <a:latin typeface="華康華綜體W5(P)" pitchFamily="34" charset="-120"/>
                          <a:ea typeface="華康華綜體W5(P)" pitchFamily="34" charset="-120"/>
                        </a:rPr>
                        <a:t>期末成果發表（雙語成發）</a:t>
                      </a:r>
                    </a:p>
                  </a:txBody>
                  <a:tcPr marL="68580" marR="68580" marT="0" marB="0" anchor="ctr"/>
                </a:tc>
              </a:tr>
              <a:tr h="449320">
                <a:tc>
                  <a:txBody>
                    <a:bodyPr/>
                    <a:lstStyle/>
                    <a:p>
                      <a:pPr>
                        <a:spcAft>
                          <a:spcPts val="0"/>
                        </a:spcAft>
                      </a:pPr>
                      <a:r>
                        <a:rPr lang="zh-TW" altLang="en-US" sz="1800" dirty="0" smtClean="0">
                          <a:effectLst/>
                          <a:latin typeface="華康華綜體W5(P)" pitchFamily="34" charset="-120"/>
                          <a:ea typeface="華康華綜體W5(P)" pitchFamily="34" charset="-120"/>
                        </a:rPr>
                        <a:t>暑假期間</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sz="1800" dirty="0">
                          <a:effectLst/>
                          <a:latin typeface="華康華綜體W5(P)" pitchFamily="34" charset="-120"/>
                          <a:ea typeface="華康華綜體W5(P)" pitchFamily="34" charset="-120"/>
                        </a:rPr>
                        <a:t>校</a:t>
                      </a:r>
                      <a:r>
                        <a:rPr lang="zh-TW" sz="1800" dirty="0" smtClean="0">
                          <a:effectLst/>
                          <a:latin typeface="華康華綜體W5(P)" pitchFamily="34" charset="-120"/>
                          <a:ea typeface="華康華綜體W5(P)" pitchFamily="34" charset="-120"/>
                        </a:rPr>
                        <a:t>內</a:t>
                      </a:r>
                      <a:r>
                        <a:rPr lang="zh-TW" altLang="en-US" sz="1800" dirty="0" smtClean="0">
                          <a:effectLst/>
                          <a:latin typeface="華康華綜體W5(P)" pitchFamily="34" charset="-120"/>
                          <a:ea typeface="華康華綜體W5(P)" pitchFamily="34" charset="-120"/>
                        </a:rPr>
                        <a:t>及</a:t>
                      </a:r>
                      <a:r>
                        <a:rPr lang="zh-TW" sz="1800" dirty="0" smtClean="0">
                          <a:effectLst/>
                          <a:latin typeface="華康華綜體W5(P)" pitchFamily="34" charset="-120"/>
                          <a:ea typeface="華康華綜體W5(P)" pitchFamily="34" charset="-120"/>
                        </a:rPr>
                        <a:t>跨國</a:t>
                      </a:r>
                      <a:r>
                        <a:rPr lang="zh-TW" sz="1800" dirty="0">
                          <a:effectLst/>
                          <a:latin typeface="華康華綜體W5(P)" pitchFamily="34" charset="-120"/>
                          <a:ea typeface="華康華綜體W5(P)" pitchFamily="34" charset="-120"/>
                        </a:rPr>
                        <a:t>共備，下</a:t>
                      </a:r>
                      <a:r>
                        <a:rPr lang="zh-TW" sz="1800" dirty="0" smtClean="0">
                          <a:effectLst/>
                          <a:latin typeface="華康華綜體W5(P)" pitchFamily="34" charset="-120"/>
                          <a:ea typeface="華康華綜體W5(P)" pitchFamily="34" charset="-120"/>
                        </a:rPr>
                        <a:t>學期細部期程擬定</a:t>
                      </a:r>
                      <a:r>
                        <a:rPr lang="zh-TW" altLang="en-US" sz="1800" dirty="0" smtClean="0">
                          <a:effectLst/>
                          <a:latin typeface="華康華綜體W5(P)" pitchFamily="34" charset="-120"/>
                          <a:ea typeface="華康華綜體W5(P)" pitchFamily="34" charset="-120"/>
                        </a:rPr>
                        <a:t>（按計畫制定－美妝大聯盟）</a:t>
                      </a:r>
                      <a:endParaRPr lang="zh-TW" sz="1800" dirty="0">
                        <a:effectLst/>
                        <a:latin typeface="華康華綜體W5(P)" pitchFamily="34" charset="-120"/>
                        <a:ea typeface="華康華綜體W5(P)" pitchFamily="34" charset="-120"/>
                      </a:endParaRPr>
                    </a:p>
                  </a:txBody>
                  <a:tcPr marL="68580" marR="68580" marT="0" marB="0" anchor="ctr"/>
                </a:tc>
              </a:tr>
              <a:tr h="449320">
                <a:tc>
                  <a:txBody>
                    <a:bodyPr/>
                    <a:lstStyle/>
                    <a:p>
                      <a:pPr>
                        <a:spcAft>
                          <a:spcPts val="0"/>
                        </a:spcAft>
                      </a:pPr>
                      <a:r>
                        <a:rPr lang="en-US" sz="1800" dirty="0" smtClean="0">
                          <a:effectLst/>
                          <a:latin typeface="華康華綜體W5(P)" pitchFamily="34" charset="-120"/>
                          <a:ea typeface="華康華綜體W5(P)" pitchFamily="34" charset="-120"/>
                        </a:rPr>
                        <a:t>11</a:t>
                      </a:r>
                      <a:r>
                        <a:rPr lang="en-US" altLang="zh-TW" sz="1800" dirty="0" smtClean="0">
                          <a:effectLst/>
                          <a:latin typeface="華康華綜體W5(P)" pitchFamily="34" charset="-120"/>
                          <a:ea typeface="華康華綜體W5(P)" pitchFamily="34" charset="-120"/>
                        </a:rPr>
                        <a:t>3</a:t>
                      </a:r>
                      <a:r>
                        <a:rPr lang="en-US" sz="1800" dirty="0" smtClean="0">
                          <a:effectLst/>
                          <a:latin typeface="華康華綜體W5(P)" pitchFamily="34" charset="-120"/>
                          <a:ea typeface="華康華綜體W5(P)" pitchFamily="34" charset="-120"/>
                        </a:rPr>
                        <a:t>-</a:t>
                      </a:r>
                      <a:r>
                        <a:rPr lang="en-US" altLang="zh-TW" sz="1800" dirty="0" smtClean="0">
                          <a:effectLst/>
                          <a:latin typeface="華康華綜體W5(P)" pitchFamily="34" charset="-120"/>
                          <a:ea typeface="華康華綜體W5(P)" pitchFamily="34" charset="-120"/>
                        </a:rPr>
                        <a:t>1</a:t>
                      </a:r>
                      <a:endParaRPr lang="zh-TW" sz="1800" dirty="0">
                        <a:effectLst/>
                        <a:latin typeface="華康華綜體W5(P)" pitchFamily="34" charset="-120"/>
                        <a:ea typeface="華康華綜體W5(P)" pitchFamily="34" charset="-120"/>
                      </a:endParaRPr>
                    </a:p>
                  </a:txBody>
                  <a:tcPr marL="68580" marR="68580" marT="0" marB="0" anchor="ctr"/>
                </a:tc>
                <a:tc>
                  <a:txBody>
                    <a:bodyPr/>
                    <a:lstStyle/>
                    <a:p>
                      <a:pPr>
                        <a:spcAft>
                          <a:spcPts val="0"/>
                        </a:spcAft>
                      </a:pPr>
                      <a:r>
                        <a:rPr lang="zh-TW" sz="1800" dirty="0">
                          <a:effectLst/>
                          <a:latin typeface="華康華綜體W5(P)" pitchFamily="34" charset="-120"/>
                          <a:ea typeface="華康華綜體W5(P)" pitchFamily="34" charset="-120"/>
                        </a:rPr>
                        <a:t>執行下學期計畫期程內容</a:t>
                      </a:r>
                    </a:p>
                  </a:txBody>
                  <a:tcPr marL="68580" marR="68580" marT="0" marB="0" anchor="ctr"/>
                </a:tc>
              </a:tr>
            </a:tbl>
          </a:graphicData>
        </a:graphic>
      </p:graphicFrame>
    </p:spTree>
    <p:extLst>
      <p:ext uri="{BB962C8B-B14F-4D97-AF65-F5344CB8AC3E}">
        <p14:creationId xmlns:p14="http://schemas.microsoft.com/office/powerpoint/2010/main" val="40027641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en-US" dirty="0" smtClean="0"/>
              <a:t>結語：</a:t>
            </a:r>
            <a:r>
              <a:rPr lang="en-US" altLang="zh-TW" dirty="0" smtClean="0"/>
              <a:t>112</a:t>
            </a:r>
            <a:r>
              <a:rPr lang="zh-TW" altLang="en-US" dirty="0" smtClean="0"/>
              <a:t>學年度執行回顧</a:t>
            </a:r>
            <a:endParaRPr lang="zh-TW" altLang="en-US" dirty="0"/>
          </a:p>
        </p:txBody>
      </p:sp>
      <p:sp>
        <p:nvSpPr>
          <p:cNvPr id="3" name="文字版面配置區 2"/>
          <p:cNvSpPr>
            <a:spLocks noGrp="1"/>
          </p:cNvSpPr>
          <p:nvPr>
            <p:ph type="body" idx="1"/>
          </p:nvPr>
        </p:nvSpPr>
        <p:spPr>
          <a:xfrm>
            <a:off x="311700" y="1152474"/>
            <a:ext cx="8520600" cy="3991025"/>
          </a:xfrm>
        </p:spPr>
        <p:txBody>
          <a:bodyPr>
            <a:normAutofit/>
          </a:bodyPr>
          <a:lstStyle/>
          <a:p>
            <a:r>
              <a:rPr lang="zh-TW" altLang="en-US" dirty="0" smtClean="0"/>
              <a:t>教師社群與師生共學社群漸趨成熟</a:t>
            </a:r>
            <a:endParaRPr lang="en-US" altLang="zh-TW" dirty="0" smtClean="0"/>
          </a:p>
          <a:p>
            <a:pPr lvl="1"/>
            <a:r>
              <a:rPr lang="zh-TW" altLang="en-US" dirty="0">
                <a:latin typeface="華康華綜體W5(P)" pitchFamily="34" charset="-120"/>
                <a:ea typeface="華康華綜體W5(P)" pitchFamily="34" charset="-120"/>
              </a:rPr>
              <a:t>定期校內與跨國共</a:t>
            </a:r>
            <a:r>
              <a:rPr lang="zh-TW" altLang="en-US" dirty="0" smtClean="0">
                <a:latin typeface="華康華綜體W5(P)" pitchFamily="34" charset="-120"/>
                <a:ea typeface="華康華綜體W5(P)" pitchFamily="34" charset="-120"/>
              </a:rPr>
              <a:t>備</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善</a:t>
            </a:r>
            <a:r>
              <a:rPr lang="zh-TW" altLang="en-US" dirty="0" smtClean="0">
                <a:latin typeface="華康華綜體W5(P)" pitchFamily="34" charset="-120"/>
                <a:ea typeface="華康華綜體W5(P)" pitchFamily="34" charset="-120"/>
              </a:rPr>
              <a:t>用線上資源與資訊工具</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課後共學社群與課程</a:t>
            </a:r>
            <a:r>
              <a:rPr lang="zh-TW" altLang="en-US" dirty="0" smtClean="0">
                <a:latin typeface="華康華綜體W5(P)" pitchFamily="34" charset="-120"/>
                <a:ea typeface="華康華綜體W5(P)" pitchFamily="34" charset="-120"/>
              </a:rPr>
              <a:t>運作趨於成熟穩定</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朝向兩學年課程對開操作並擴大學生</a:t>
            </a:r>
            <a:r>
              <a:rPr lang="zh-TW" altLang="en-US" dirty="0" smtClean="0">
                <a:latin typeface="華康華綜體W5(P)" pitchFamily="34" charset="-120"/>
                <a:ea typeface="華康華綜體W5(P)" pitchFamily="34" charset="-120"/>
              </a:rPr>
              <a:t>參與為方向</a:t>
            </a:r>
            <a:endParaRPr lang="en-US" altLang="zh-TW" dirty="0" smtClean="0">
              <a:latin typeface="華康華綜體W5(P)" pitchFamily="34" charset="-120"/>
              <a:ea typeface="華康華綜體W5(P)" pitchFamily="34" charset="-120"/>
            </a:endParaRPr>
          </a:p>
          <a:p>
            <a:endParaRPr lang="en-US" altLang="zh-TW" dirty="0"/>
          </a:p>
          <a:p>
            <a:r>
              <a:rPr lang="zh-TW" altLang="en-US" dirty="0" smtClean="0"/>
              <a:t>教師專業知能提升</a:t>
            </a:r>
            <a:endParaRPr lang="en-US" altLang="zh-TW" dirty="0" smtClean="0"/>
          </a:p>
          <a:p>
            <a:pPr lvl="1"/>
            <a:r>
              <a:rPr lang="zh-TW" altLang="en-US" dirty="0">
                <a:latin typeface="華康華綜體W5(P)" pitchFamily="34" charset="-120"/>
                <a:ea typeface="華康華綜體W5(P)" pitchFamily="34" charset="-120"/>
              </a:rPr>
              <a:t>教師英語能力相對</a:t>
            </a:r>
            <a:r>
              <a:rPr lang="zh-TW" altLang="en-US" dirty="0" smtClean="0">
                <a:latin typeface="華康華綜體W5(P)" pitchFamily="34" charset="-120"/>
                <a:ea typeface="華康華綜體W5(P)" pitchFamily="34" charset="-120"/>
              </a:rPr>
              <a:t>提升</a:t>
            </a:r>
            <a:endParaRPr lang="en-US" altLang="zh-TW" dirty="0" smtClean="0">
              <a:latin typeface="華康華綜體W5(P)" pitchFamily="34" charset="-120"/>
              <a:ea typeface="華康華綜體W5(P)" pitchFamily="34" charset="-120"/>
            </a:endParaRPr>
          </a:p>
          <a:p>
            <a:pPr lvl="1"/>
            <a:r>
              <a:rPr lang="zh-TW" altLang="en-US" dirty="0">
                <a:latin typeface="華康華綜體W5(P)" pitchFamily="34" charset="-120"/>
                <a:ea typeface="華康華綜體W5(P)" pitchFamily="34" charset="-120"/>
              </a:rPr>
              <a:t>資訊化融入</a:t>
            </a:r>
            <a:r>
              <a:rPr lang="zh-TW" altLang="en-US" dirty="0" smtClean="0">
                <a:latin typeface="華康華綜體W5(P)" pitchFamily="34" charset="-120"/>
                <a:ea typeface="華康華綜體W5(P)" pitchFamily="34" charset="-120"/>
              </a:rPr>
              <a:t>教學及</a:t>
            </a:r>
            <a:r>
              <a:rPr lang="en-US" altLang="zh-TW" dirty="0" err="1" smtClean="0">
                <a:latin typeface="華康華綜體W5(P)" pitchFamily="34" charset="-120"/>
                <a:ea typeface="華康華綜體W5(P)" pitchFamily="34" charset="-120"/>
              </a:rPr>
              <a:t>SDGs</a:t>
            </a:r>
            <a:r>
              <a:rPr lang="zh-TW" altLang="en-US" dirty="0" smtClean="0">
                <a:latin typeface="華康華綜體W5(P)" pitchFamily="34" charset="-120"/>
                <a:ea typeface="華康華綜體W5(P)" pitchFamily="34" charset="-120"/>
              </a:rPr>
              <a:t>主題課程融入教學</a:t>
            </a:r>
            <a:endParaRPr lang="en-US" altLang="zh-TW" dirty="0" smtClean="0">
              <a:latin typeface="華康華綜體W5(P)" pitchFamily="34" charset="-120"/>
              <a:ea typeface="華康華綜體W5(P)" pitchFamily="34" charset="-120"/>
            </a:endParaRPr>
          </a:p>
          <a:p>
            <a:pPr lvl="1"/>
            <a:endParaRPr lang="en-US" altLang="zh-TW" dirty="0">
              <a:latin typeface="華康華綜體W5(P)" pitchFamily="34" charset="-120"/>
              <a:ea typeface="華康華綜體W5(P)" pitchFamily="34" charset="-120"/>
            </a:endParaRPr>
          </a:p>
          <a:p>
            <a:r>
              <a:rPr lang="zh-TW" altLang="en-US" dirty="0" smtClean="0"/>
              <a:t>學生能力提升顯著</a:t>
            </a:r>
            <a:endParaRPr lang="en-US" altLang="zh-TW" dirty="0" smtClean="0"/>
          </a:p>
          <a:p>
            <a:pPr lvl="1"/>
            <a:r>
              <a:rPr lang="zh-TW" altLang="en-US" dirty="0" smtClean="0">
                <a:latin typeface="華康華綜體W5(P)" pitchFamily="34" charset="-120"/>
                <a:ea typeface="華康華綜體W5(P)" pitchFamily="34" charset="-120"/>
              </a:rPr>
              <a:t>學生起點行為及能力中等</a:t>
            </a:r>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學生</a:t>
            </a:r>
            <a:r>
              <a:rPr lang="zh-TW" altLang="en-US" dirty="0">
                <a:latin typeface="華康華綜體W5(P)" pitchFamily="34" charset="-120"/>
                <a:ea typeface="華康華綜體W5(P)" pitchFamily="34" charset="-120"/>
              </a:rPr>
              <a:t>終點</a:t>
            </a:r>
            <a:r>
              <a:rPr lang="zh-TW" altLang="en-US" dirty="0" smtClean="0">
                <a:latin typeface="華康華綜體W5(P)" pitchFamily="34" charset="-120"/>
                <a:ea typeface="華康華綜體W5(P)" pitchFamily="34" charset="-120"/>
              </a:rPr>
              <a:t>行為顯著提升</a:t>
            </a:r>
            <a:endParaRPr lang="en-US" altLang="zh-TW" dirty="0" smtClean="0">
              <a:latin typeface="華康華綜體W5(P)" pitchFamily="34" charset="-120"/>
              <a:ea typeface="華康華綜體W5(P)" pitchFamily="34" charset="-120"/>
            </a:endParaRPr>
          </a:p>
          <a:p>
            <a:pPr lvl="1"/>
            <a:r>
              <a:rPr lang="zh-TW" altLang="en-US" dirty="0" smtClean="0">
                <a:latin typeface="華康華綜體W5(P)" pitchFamily="34" charset="-120"/>
                <a:ea typeface="華康華綜體W5(P)" pitchFamily="34" charset="-120"/>
              </a:rPr>
              <a:t>強化開口說英語能力並提供跨國交流文化刺激</a:t>
            </a:r>
            <a:endParaRPr lang="zh-TW" altLang="en-US" dirty="0">
              <a:latin typeface="華康華綜體W5(P)" pitchFamily="34" charset="-120"/>
              <a:ea typeface="華康華綜體W5(P)" pitchFamily="34" charset="-120"/>
            </a:endParaRPr>
          </a:p>
        </p:txBody>
      </p:sp>
      <p:sp>
        <p:nvSpPr>
          <p:cNvPr id="4" name="投影片編號版面配置區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41</a:t>
            </a:fld>
            <a:endParaRPr lang="en-GB"/>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3290" y="1873056"/>
            <a:ext cx="1890000" cy="2520000"/>
          </a:xfrm>
          <a:prstGeom prst="rect">
            <a:avLst/>
          </a:prstGeom>
          <a:ln>
            <a:noFill/>
          </a:ln>
          <a:effectLst>
            <a:softEdge rad="112500"/>
          </a:effectLst>
        </p:spPr>
      </p:pic>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9789" y="1873056"/>
            <a:ext cx="1890000" cy="2520000"/>
          </a:xfrm>
          <a:prstGeom prst="rect">
            <a:avLst/>
          </a:prstGeom>
          <a:ln>
            <a:noFill/>
          </a:ln>
          <a:effectLst>
            <a:softEdge rad="112500"/>
          </a:effectLst>
        </p:spPr>
      </p:pic>
    </p:spTree>
    <p:extLst>
      <p:ext uri="{BB962C8B-B14F-4D97-AF65-F5344CB8AC3E}">
        <p14:creationId xmlns:p14="http://schemas.microsoft.com/office/powerpoint/2010/main" val="388796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11699" y="565324"/>
            <a:ext cx="8520600" cy="1652309"/>
          </a:xfrm>
        </p:spPr>
        <p:txBody>
          <a:bodyPr/>
          <a:lstStyle/>
          <a:p>
            <a:r>
              <a:rPr lang="zh-TW" altLang="en-US" dirty="0" smtClean="0">
                <a:solidFill>
                  <a:srgbClr val="7030A0"/>
                </a:solidFill>
              </a:rPr>
              <a:t>莊雪華</a:t>
            </a:r>
            <a:r>
              <a:rPr lang="zh-TW" altLang="en-US" dirty="0" smtClean="0"/>
              <a:t>委員</a:t>
            </a:r>
            <a:r>
              <a:rPr lang="en-US" altLang="zh-TW" dirty="0" smtClean="0"/>
              <a:t/>
            </a:r>
            <a:br>
              <a:rPr lang="en-US" altLang="zh-TW" dirty="0" smtClean="0"/>
            </a:br>
            <a:r>
              <a:rPr lang="zh-TW" altLang="en-US" dirty="0">
                <a:solidFill>
                  <a:srgbClr val="7030A0"/>
                </a:solidFill>
              </a:rPr>
              <a:t>王沛清</a:t>
            </a:r>
            <a:r>
              <a:rPr lang="zh-TW" altLang="en-US" dirty="0" smtClean="0"/>
              <a:t>委員</a:t>
            </a:r>
            <a:endParaRPr lang="zh-TW" altLang="en-US" dirty="0"/>
          </a:p>
        </p:txBody>
      </p:sp>
      <p:pic>
        <p:nvPicPr>
          <p:cNvPr id="3" name="圖片 2"/>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4700"/>
                    </a14:imgEffect>
                  </a14:imgLayer>
                </a14:imgProps>
              </a:ext>
              <a:ext uri="{28A0092B-C50C-407E-A947-70E740481C1C}">
                <a14:useLocalDpi xmlns:a14="http://schemas.microsoft.com/office/drawing/2010/main" val="0"/>
              </a:ext>
            </a:extLst>
          </a:blip>
          <a:srcRect t="6183" b="6937"/>
          <a:stretch/>
        </p:blipFill>
        <p:spPr>
          <a:xfrm>
            <a:off x="2892535" y="2099061"/>
            <a:ext cx="3358929" cy="2918212"/>
          </a:xfrm>
          <a:prstGeom prst="rect">
            <a:avLst/>
          </a:prstGeom>
          <a:ln>
            <a:noFill/>
          </a:ln>
          <a:effectLst>
            <a:softEdge rad="112500"/>
          </a:effectLst>
        </p:spPr>
      </p:pic>
      <p:sp>
        <p:nvSpPr>
          <p:cNvPr id="4" name="矩形 3"/>
          <p:cNvSpPr/>
          <p:nvPr/>
        </p:nvSpPr>
        <p:spPr>
          <a:xfrm>
            <a:off x="6027089" y="1137038"/>
            <a:ext cx="1256306" cy="508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solidFill>
                  <a:schemeClr val="tx1"/>
                </a:solidFill>
                <a:latin typeface="華康儷粗圓(P)" pitchFamily="34" charset="-120"/>
                <a:ea typeface="華康儷粗圓(P)" pitchFamily="34" charset="-120"/>
              </a:rPr>
              <a:t>聆聽</a:t>
            </a:r>
            <a:endParaRPr lang="zh-TW" altLang="en-US" sz="3600" dirty="0">
              <a:solidFill>
                <a:schemeClr val="tx1"/>
              </a:solidFill>
              <a:latin typeface="華康儷粗圓(P)" pitchFamily="34" charset="-120"/>
              <a:ea typeface="華康儷粗圓(P)" pitchFamily="34" charset="-120"/>
            </a:endParaRPr>
          </a:p>
        </p:txBody>
      </p:sp>
      <p:sp>
        <p:nvSpPr>
          <p:cNvPr id="7" name="矩形 6"/>
          <p:cNvSpPr/>
          <p:nvPr/>
        </p:nvSpPr>
        <p:spPr>
          <a:xfrm>
            <a:off x="1844705" y="1137038"/>
            <a:ext cx="1256306" cy="5088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3600" dirty="0" smtClean="0">
                <a:solidFill>
                  <a:schemeClr val="tx1"/>
                </a:solidFill>
                <a:latin typeface="華康儷粗圓(P)" pitchFamily="34" charset="-120"/>
                <a:ea typeface="華康儷粗圓(P)" pitchFamily="34" charset="-120"/>
              </a:rPr>
              <a:t>感謝</a:t>
            </a:r>
            <a:endParaRPr lang="zh-TW" altLang="en-US" sz="3600" dirty="0">
              <a:solidFill>
                <a:schemeClr val="tx1"/>
              </a:solidFill>
              <a:latin typeface="華康儷粗圓(P)" pitchFamily="34" charset="-120"/>
              <a:ea typeface="華康儷粗圓(P)" pitchFamily="34" charset="-120"/>
            </a:endParaRPr>
          </a:p>
        </p:txBody>
      </p:sp>
      <p:sp>
        <p:nvSpPr>
          <p:cNvPr id="5" name="投影片編號版面配置區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42</a:t>
            </a:fld>
            <a:endParaRPr lang="en-GB"/>
          </a:p>
        </p:txBody>
      </p:sp>
    </p:spTree>
    <p:extLst>
      <p:ext uri="{BB962C8B-B14F-4D97-AF65-F5344CB8AC3E}">
        <p14:creationId xmlns:p14="http://schemas.microsoft.com/office/powerpoint/2010/main" val="1792675332"/>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1426</TotalTime>
  <Words>1412</Words>
  <Application>Microsoft Office PowerPoint</Application>
  <PresentationFormat>如螢幕大小 (16:9)</PresentationFormat>
  <Paragraphs>295</Paragraphs>
  <Slides>42</Slides>
  <Notes>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42</vt:i4>
      </vt:variant>
    </vt:vector>
  </HeadingPairs>
  <TitlesOfParts>
    <vt:vector size="49" baseType="lpstr">
      <vt:lpstr>Arial</vt:lpstr>
      <vt:lpstr>新細明體</vt:lpstr>
      <vt:lpstr>華康儷粗圓(P)</vt:lpstr>
      <vt:lpstr>華康儷楷書(P)</vt:lpstr>
      <vt:lpstr>華康華綜體W5(P)</vt:lpstr>
      <vt:lpstr>Times New Roman</vt:lpstr>
      <vt:lpstr>Simple Light</vt:lpstr>
      <vt:lpstr>112學年度第2學期台南市瀛海中學 「教育部國民及學前教育署補助高級中等學校與國外校際合作推動線上教學實施計畫」諮詢輔導線上會議</vt:lpstr>
      <vt:lpstr>報告大綱</vt:lpstr>
      <vt:lpstr>工作團隊</vt:lpstr>
      <vt:lpstr>課程規劃</vt:lpstr>
      <vt:lpstr>課程規劃</vt:lpstr>
      <vt:lpstr>執行概況</vt:lpstr>
      <vt:lpstr>執行概況</vt:lpstr>
      <vt:lpstr>執行概況</vt:lpstr>
      <vt:lpstr>執行概況</vt:lpstr>
      <vt:lpstr>執行概況</vt:lpstr>
      <vt:lpstr>執行概況：共備情形</vt:lpstr>
      <vt:lpstr>PowerPoint 簡報</vt:lpstr>
      <vt:lpstr>執行概況：非同步交流</vt:lpstr>
      <vt:lpstr>執行概況：校內課程</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執行概況：線上同步教學</vt:lpstr>
      <vt:lpstr>PowerPoint 簡報</vt:lpstr>
      <vt:lpstr>PowerPoint 簡報</vt:lpstr>
      <vt:lpstr>PowerPoint 簡報</vt:lpstr>
      <vt:lpstr>PowerPoint 簡報</vt:lpstr>
      <vt:lpstr>PowerPoint 簡報</vt:lpstr>
      <vt:lpstr>PowerPoint 簡報</vt:lpstr>
      <vt:lpstr>SDGs永續農業與市場觀察參訪：新化老街、善化可果美</vt:lpstr>
      <vt:lpstr>PowerPoint 簡報</vt:lpstr>
      <vt:lpstr>PowerPoint 簡報</vt:lpstr>
      <vt:lpstr>PowerPoint 簡報</vt:lpstr>
      <vt:lpstr>PowerPoint 簡報</vt:lpstr>
      <vt:lpstr>PowerPoint 簡報</vt:lpstr>
      <vt:lpstr>未來規劃</vt:lpstr>
      <vt:lpstr>結語：112學年度執行回顧</vt:lpstr>
      <vt:lpstr>莊雪華委員 王沛清委員</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111學年度瀛海中學與國外校際合作 推動線上教學實施計畫 諮詢輔導線上訪視會議</dc:title>
  <dc:creator>大益</dc:creator>
  <cp:lastModifiedBy>鐘大益</cp:lastModifiedBy>
  <cp:revision>151</cp:revision>
  <dcterms:modified xsi:type="dcterms:W3CDTF">2024-05-22T10:46:57Z</dcterms:modified>
</cp:coreProperties>
</file>