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3" autoAdjust="0"/>
    <p:restoredTop sz="94660"/>
  </p:normalViewPr>
  <p:slideViewPr>
    <p:cSldViewPr snapToGrid="0">
      <p:cViewPr>
        <p:scale>
          <a:sx n="67" d="100"/>
          <a:sy n="67" d="100"/>
        </p:scale>
        <p:origin x="4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Ming Fen" userId="6c4d8aa0-1472-4028-a552-e539c729b367" providerId="ADAL" clId="{60D16CF7-7928-4204-843D-AEF7BBE9D62D}"/>
    <pc:docChg chg="custSel addSld modSld sldOrd">
      <pc:chgData name="LinMing Fen" userId="6c4d8aa0-1472-4028-a552-e539c729b367" providerId="ADAL" clId="{60D16CF7-7928-4204-843D-AEF7BBE9D62D}" dt="2024-10-23T09:50:14.334" v="355" actId="20577"/>
      <pc:docMkLst>
        <pc:docMk/>
      </pc:docMkLst>
      <pc:sldChg chg="modSp mod">
        <pc:chgData name="LinMing Fen" userId="6c4d8aa0-1472-4028-a552-e539c729b367" providerId="ADAL" clId="{60D16CF7-7928-4204-843D-AEF7BBE9D62D}" dt="2024-10-23T08:10:42.457" v="120" actId="255"/>
        <pc:sldMkLst>
          <pc:docMk/>
          <pc:sldMk cId="251990784" sldId="257"/>
        </pc:sldMkLst>
        <pc:spChg chg="mod">
          <ac:chgData name="LinMing Fen" userId="6c4d8aa0-1472-4028-a552-e539c729b367" providerId="ADAL" clId="{60D16CF7-7928-4204-843D-AEF7BBE9D62D}" dt="2024-10-23T08:10:42.457" v="120" actId="255"/>
          <ac:spMkLst>
            <pc:docMk/>
            <pc:sldMk cId="251990784" sldId="257"/>
            <ac:spMk id="5" creationId="{4FB4B71B-0F14-A32B-3505-6F953D7927B3}"/>
          </ac:spMkLst>
        </pc:spChg>
      </pc:sldChg>
      <pc:sldChg chg="modSp mod">
        <pc:chgData name="LinMing Fen" userId="6c4d8aa0-1472-4028-a552-e539c729b367" providerId="ADAL" clId="{60D16CF7-7928-4204-843D-AEF7BBE9D62D}" dt="2024-10-23T09:47:53.635" v="152" actId="20577"/>
        <pc:sldMkLst>
          <pc:docMk/>
          <pc:sldMk cId="126628643" sldId="259"/>
        </pc:sldMkLst>
        <pc:spChg chg="mod">
          <ac:chgData name="LinMing Fen" userId="6c4d8aa0-1472-4028-a552-e539c729b367" providerId="ADAL" clId="{60D16CF7-7928-4204-843D-AEF7BBE9D62D}" dt="2024-10-23T09:47:53.635" v="152" actId="20577"/>
          <ac:spMkLst>
            <pc:docMk/>
            <pc:sldMk cId="126628643" sldId="259"/>
            <ac:spMk id="2" creationId="{655FE18B-E9A0-742D-8FED-82BBB7E5F1E4}"/>
          </ac:spMkLst>
        </pc:spChg>
      </pc:sldChg>
      <pc:sldChg chg="modSp add mod ord">
        <pc:chgData name="LinMing Fen" userId="6c4d8aa0-1472-4028-a552-e539c729b367" providerId="ADAL" clId="{60D16CF7-7928-4204-843D-AEF7BBE9D62D}" dt="2024-10-23T09:50:14.334" v="355" actId="20577"/>
        <pc:sldMkLst>
          <pc:docMk/>
          <pc:sldMk cId="3387584135" sldId="260"/>
        </pc:sldMkLst>
        <pc:spChg chg="mod">
          <ac:chgData name="LinMing Fen" userId="6c4d8aa0-1472-4028-a552-e539c729b367" providerId="ADAL" clId="{60D16CF7-7928-4204-843D-AEF7BBE9D62D}" dt="2024-10-23T09:48:47.604" v="209" actId="20577"/>
          <ac:spMkLst>
            <pc:docMk/>
            <pc:sldMk cId="3387584135" sldId="260"/>
            <ac:spMk id="2" creationId="{655FE18B-E9A0-742D-8FED-82BBB7E5F1E4}"/>
          </ac:spMkLst>
        </pc:spChg>
        <pc:spChg chg="mod">
          <ac:chgData name="LinMing Fen" userId="6c4d8aa0-1472-4028-a552-e539c729b367" providerId="ADAL" clId="{60D16CF7-7928-4204-843D-AEF7BBE9D62D}" dt="2024-10-23T09:50:14.334" v="355" actId="20577"/>
          <ac:spMkLst>
            <pc:docMk/>
            <pc:sldMk cId="3387584135" sldId="260"/>
            <ac:spMk id="3" creationId="{8E8929C1-1E1B-253C-4BB8-71A61AFD46A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C386BA-26AB-B6E2-C178-5CA6003E4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F431A6-0F60-21EB-915C-6015AE682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2294A7-1F0E-F79C-78FE-17138BC9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F9170B-7EB6-E4C2-7DCB-6A7A1A1B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5C3CE1-783B-C062-65F7-632AC327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5487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1C7C1E-056D-9557-DCB1-077A8B80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E65806-9864-1D1B-CD53-70A9BF10D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4234C9-ECBC-3745-0126-8B8CC4EC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E62430-D7E4-CC27-5E86-615EF597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5C5450-6FFB-DB1A-EBE2-B28CBF94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8155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AEFC20-4F34-D394-7BF3-A448F1B1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A78266-2039-89B1-364A-F03B92538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791C89-85AF-61BE-114E-14AC1F44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4BB5E-3972-12FE-0636-93D2762A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4D6CC7-03C1-4F80-61D6-2996357A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11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8CC49-D68A-617E-C93A-DE6319B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79B1F4-A607-C05A-B282-97E140A7F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27ABEC0-467D-4975-DA46-5B2B938FD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629E3E0-304D-E491-0F32-99F6DBEC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5AE1551-C7F8-A28D-5D14-369AAF66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8295AE-A3FD-A36D-F47B-E70018E2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92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65D248-B18F-4B07-0095-481DC2D52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390593-DDD1-E0FE-D16E-A7BB3CDFD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23BD1A7-E098-D583-ADC5-F5299E2E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11FCC27-C006-661A-4724-20AFC44F3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7B8A87A-D666-0482-4D3E-6BC4FCE11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1EB45BD-DF55-AFEF-303D-94A239FAC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3EE6E08-E727-7774-2532-004B8DE6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69A1F24-4A19-0361-B0F8-0166F47B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0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62D2A9-CF1C-1844-1C6B-5741DF3B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A3347D6-61C2-FCA6-2433-98767DD2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EEFE2AD-73A7-631C-2347-BD66DA57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61E727-F41C-8DC8-6DE2-17300C5B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604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B814665-08B8-D5A0-E233-90F80E916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9C94EF9-0041-43AA-42F7-810AAAFE3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89027F-C7D1-4FA9-3A34-45F1EF24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98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DD694F-D1C5-5485-9D67-27449239A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D923C6-8FC4-28B9-AD39-A8C699E58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6237A46-868E-640D-5C97-E43E1C157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0D2835-D015-526F-B273-14D8DB47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0BB454-6D70-98A2-60E6-60BF5029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B8A75-DA2A-E634-D1A1-13BAC463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18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C740BE-4C57-3DDF-208E-B0948EE0D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3AC08D5-5F3C-09FB-7338-2E96B97E1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164F2DF-C6DC-C89F-26B9-B6979F9D7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63D3C11-6FD6-80A2-7166-6DE96A71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2976ED-E276-BB2B-248E-535A3D90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49146A-8CA6-8842-A099-BEB42C0B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7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0B2E1F-D3A1-AD51-98C9-5CEF4BB81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06C7AA-48D9-5459-7FE5-0FED88F96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C29AF5-AC94-635F-022A-1E96DB41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D8A490-B115-6BE0-498D-C74AD790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622DE3-0A6B-015B-709A-E1A0A131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70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70A869F-0EF0-88EA-D7D5-5C3D39D6D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B4BC5D-5D16-431A-FF6E-C2EFACFBC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4B7D3A-6B0E-332E-50E0-A2B5DD602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4719C1-A91A-959E-C41B-31B758A5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71C48-160F-9ABB-1B31-BA01FD18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9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5B666B0-50E6-1D92-A525-A8227126E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094BC9-FD7A-C0A8-F660-0DBDDEB0A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D9DBCD-0AC3-609C-25E3-BC793D297C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65E4B-D02C-4EAE-B716-94A720DAAC10}" type="datetimeFigureOut">
              <a:rPr lang="zh-TW" altLang="en-US" smtClean="0"/>
              <a:t>2024/10/23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B5FEE1-952D-F704-9D1D-6450A0074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C9400-A966-168F-4D2D-22CE32FE9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6EC19-6734-4AD0-8005-6B918022B0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47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5FE18B-E9A0-742D-8FED-82BBB7E5F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10/23 </a:t>
            </a:r>
            <a:r>
              <a:rPr lang="zh-TW" altLang="en-US" dirty="0"/>
              <a:t>製作自我介紹投影片</a:t>
            </a:r>
            <a:r>
              <a:rPr lang="en-US" altLang="zh-TW" dirty="0"/>
              <a:t>(</a:t>
            </a:r>
            <a:r>
              <a:rPr lang="zh-TW" altLang="en-US" dirty="0"/>
              <a:t>第一節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8929C1-1E1B-253C-4BB8-71A61AFD4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一頁投影片</a:t>
            </a:r>
            <a:endParaRPr lang="en-US" altLang="zh-TW" sz="3600" dirty="0"/>
          </a:p>
          <a:p>
            <a:r>
              <a:rPr lang="zh-TW" altLang="en-US" sz="3600" dirty="0"/>
              <a:t>把上次</a:t>
            </a:r>
            <a:r>
              <a:rPr lang="en-US" altLang="zh-TW" sz="3600" dirty="0"/>
              <a:t>A-Z</a:t>
            </a:r>
            <a:r>
              <a:rPr lang="zh-TW" altLang="en-US" sz="3600" dirty="0"/>
              <a:t>的內容拿來用</a:t>
            </a:r>
            <a:endParaRPr lang="en-US" altLang="zh-TW" sz="3600" dirty="0"/>
          </a:p>
          <a:p>
            <a:r>
              <a:rPr lang="zh-TW" altLang="en-US" sz="3600" dirty="0"/>
              <a:t>作業上傳</a:t>
            </a:r>
            <a:r>
              <a:rPr lang="en-US" altLang="zh-TW" sz="3600" dirty="0"/>
              <a:t>Classroom</a:t>
            </a:r>
          </a:p>
          <a:p>
            <a:r>
              <a:rPr lang="zh-TW" altLang="en-US" sz="3600" dirty="0"/>
              <a:t>製作投影片</a:t>
            </a:r>
            <a:endParaRPr lang="en-US" altLang="zh-TW" sz="3600" dirty="0"/>
          </a:p>
          <a:p>
            <a:r>
              <a:rPr lang="zh-TW" altLang="en-US" sz="3600" dirty="0"/>
              <a:t>上台發表</a:t>
            </a:r>
          </a:p>
        </p:txBody>
      </p:sp>
    </p:spTree>
    <p:extLst>
      <p:ext uri="{BB962C8B-B14F-4D97-AF65-F5344CB8AC3E}">
        <p14:creationId xmlns:p14="http://schemas.microsoft.com/office/powerpoint/2010/main" val="12662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1B41AF-0A1E-33C2-93DE-62088863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75" y="134583"/>
            <a:ext cx="10515600" cy="1325563"/>
          </a:xfrm>
          <a:pattFill prst="pct5">
            <a:fgClr>
              <a:schemeClr val="lt1"/>
            </a:fgClr>
            <a:bgClr>
              <a:schemeClr val="bg1"/>
            </a:bgClr>
          </a:patt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TW" dirty="0"/>
              <a:t>Meet Miffy Lin</a:t>
            </a:r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822420B-30AA-D080-6D67-4E1F7ED6493F}"/>
              </a:ext>
            </a:extLst>
          </p:cNvPr>
          <p:cNvSpPr/>
          <p:nvPr/>
        </p:nvSpPr>
        <p:spPr>
          <a:xfrm>
            <a:off x="8226779" y="2433415"/>
            <a:ext cx="3616036" cy="429000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TW" sz="2800" dirty="0">
              <a:solidFill>
                <a:schemeClr val="bg1"/>
              </a:solidFill>
            </a:endParaRPr>
          </a:p>
          <a:p>
            <a:endParaRPr lang="en-US" altLang="zh-TW" sz="2800" dirty="0">
              <a:solidFill>
                <a:schemeClr val="bg1"/>
              </a:solidFill>
            </a:endParaRPr>
          </a:p>
          <a:p>
            <a:endParaRPr lang="en-US" altLang="zh-TW" sz="2800" dirty="0">
              <a:solidFill>
                <a:schemeClr val="bg1"/>
              </a:solidFill>
            </a:endParaRPr>
          </a:p>
          <a:p>
            <a:endParaRPr lang="en-US" altLang="zh-TW" sz="2800" dirty="0">
              <a:solidFill>
                <a:schemeClr val="bg1"/>
              </a:solidFill>
            </a:endParaRPr>
          </a:p>
          <a:p>
            <a:endParaRPr lang="en-US" altLang="zh-TW" sz="2800" dirty="0">
              <a:solidFill>
                <a:schemeClr val="bg1"/>
              </a:solidFill>
            </a:endParaRPr>
          </a:p>
          <a:p>
            <a:endParaRPr lang="en-US" altLang="zh-TW" sz="2800" dirty="0">
              <a:solidFill>
                <a:schemeClr val="bg1"/>
              </a:solidFill>
            </a:endParaRPr>
          </a:p>
          <a:p>
            <a:endParaRPr lang="en-US" altLang="zh-TW" sz="2800" dirty="0">
              <a:solidFill>
                <a:schemeClr val="bg1"/>
              </a:solidFill>
            </a:endParaRPr>
          </a:p>
          <a:p>
            <a:r>
              <a:rPr lang="en-US" altLang="zh-TW" sz="2800" dirty="0">
                <a:solidFill>
                  <a:schemeClr val="bg1"/>
                </a:solidFill>
              </a:rPr>
              <a:t>Fun Facts: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chemeClr val="bg1"/>
                </a:solidFill>
              </a:rPr>
              <a:t>I am a cat person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chemeClr val="bg1"/>
                </a:solidFill>
              </a:rPr>
              <a:t>MBTI: INTP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chemeClr val="bg1"/>
                </a:solidFill>
              </a:rPr>
              <a:t>make breakfast</a:t>
            </a:r>
            <a:br>
              <a:rPr lang="en-US" altLang="zh-TW" sz="2800" dirty="0">
                <a:solidFill>
                  <a:schemeClr val="bg1"/>
                </a:solidFill>
              </a:rPr>
            </a:br>
            <a:br>
              <a:rPr lang="en-US" altLang="zh-TW" sz="2800" dirty="0">
                <a:solidFill>
                  <a:schemeClr val="bg1"/>
                </a:solidFill>
              </a:rPr>
            </a:br>
            <a:endParaRPr lang="zh-TW" altLang="en-US" sz="2800" dirty="0">
              <a:solidFill>
                <a:schemeClr val="bg1"/>
              </a:solidFill>
            </a:endParaRPr>
          </a:p>
        </p:txBody>
      </p:sp>
      <p:sp>
        <p:nvSpPr>
          <p:cNvPr id="4" name="矩形: 圓角化單一角落 3">
            <a:extLst>
              <a:ext uri="{FF2B5EF4-FFF2-40B4-BE49-F238E27FC236}">
                <a16:creationId xmlns:a16="http://schemas.microsoft.com/office/drawing/2014/main" id="{B7718526-F454-0089-FCCC-99F715CBF05D}"/>
              </a:ext>
            </a:extLst>
          </p:cNvPr>
          <p:cNvSpPr/>
          <p:nvPr/>
        </p:nvSpPr>
        <p:spPr>
          <a:xfrm>
            <a:off x="8307926" y="113311"/>
            <a:ext cx="3706339" cy="2207623"/>
          </a:xfrm>
          <a:prstGeom prst="round1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</a:schemeClr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/>
              <a:t>Contact:</a:t>
            </a:r>
            <a:br>
              <a:rPr lang="en-US" altLang="zh-TW" sz="2400" dirty="0"/>
            </a:br>
            <a:r>
              <a:rPr lang="en-US" altLang="zh-TW" sz="2400" dirty="0"/>
              <a:t>miffy@gm.yhsh.edu.tw</a:t>
            </a:r>
            <a:br>
              <a:rPr lang="en-US" altLang="zh-TW" sz="2400" dirty="0"/>
            </a:br>
            <a:endParaRPr lang="zh-TW" altLang="en-US" sz="2400" dirty="0"/>
          </a:p>
        </p:txBody>
      </p:sp>
      <p:sp>
        <p:nvSpPr>
          <p:cNvPr id="5" name="矩形: 剪去並圓角化單一角落 4">
            <a:extLst>
              <a:ext uri="{FF2B5EF4-FFF2-40B4-BE49-F238E27FC236}">
                <a16:creationId xmlns:a16="http://schemas.microsoft.com/office/drawing/2014/main" id="{4FB4B71B-0F14-A32B-3505-6F953D7927B3}"/>
              </a:ext>
            </a:extLst>
          </p:cNvPr>
          <p:cNvSpPr/>
          <p:nvPr/>
        </p:nvSpPr>
        <p:spPr>
          <a:xfrm>
            <a:off x="177735" y="1643061"/>
            <a:ext cx="6479177" cy="4903972"/>
          </a:xfrm>
          <a:prstGeom prst="snipRoundRect">
            <a:avLst>
              <a:gd name="adj1" fmla="val 16667"/>
              <a:gd name="adj2" fmla="val 16134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</a:schemeClr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altLang="zh-TW" sz="3600" dirty="0"/>
            </a:br>
            <a:br>
              <a:rPr lang="en-US" altLang="zh-TW" sz="3600" dirty="0"/>
            </a:br>
            <a:br>
              <a:rPr lang="en-US" altLang="zh-TW" sz="3600" dirty="0"/>
            </a:br>
            <a:endParaRPr lang="en-US" altLang="zh-TW" sz="3600" dirty="0"/>
          </a:p>
          <a:p>
            <a:r>
              <a:rPr lang="en-US" altLang="zh-TW" sz="3200" dirty="0"/>
              <a:t>Hello! My name is Miffy Lin. I have been a teacher for over 10 years and I</a:t>
            </a:r>
            <a:r>
              <a:rPr lang="zh-TW" altLang="en-US" sz="3200" dirty="0"/>
              <a:t> </a:t>
            </a:r>
            <a:r>
              <a:rPr lang="en-US" altLang="zh-TW" sz="3200" dirty="0"/>
              <a:t>was born in Taipei, but I love Tainan. I currently live in Tainan to feel the vibe of an energetic city. I love to add little variations to my life, so every day is a  special day to me.</a:t>
            </a:r>
            <a:br>
              <a:rPr lang="en-US" altLang="zh-TW" sz="3600" dirty="0"/>
            </a:br>
            <a:br>
              <a:rPr lang="en-US" altLang="zh-TW" dirty="0"/>
            </a:br>
            <a:br>
              <a:rPr lang="en-US" altLang="zh-TW" dirty="0"/>
            </a:br>
            <a:br>
              <a:rPr lang="en-US" altLang="zh-TW" dirty="0"/>
            </a:br>
            <a:br>
              <a:rPr lang="en-US" altLang="zh-TW" dirty="0"/>
            </a:br>
            <a:br>
              <a:rPr lang="en-US" altLang="zh-TW" dirty="0"/>
            </a:br>
            <a:br>
              <a:rPr lang="en-US" altLang="zh-TW" dirty="0"/>
            </a:br>
            <a:br>
              <a:rPr lang="en-US" altLang="zh-TW" dirty="0"/>
            </a:br>
            <a:endParaRPr lang="zh-TW" altLang="en-US" dirty="0"/>
          </a:p>
        </p:txBody>
      </p:sp>
      <p:pic>
        <p:nvPicPr>
          <p:cNvPr id="8" name="圖片 7" descr="一張含有 微笑, 人的臉孔, 人員, 無尾熊 的圖片&#10;&#10;自動產生的描述">
            <a:extLst>
              <a:ext uri="{FF2B5EF4-FFF2-40B4-BE49-F238E27FC236}">
                <a16:creationId xmlns:a16="http://schemas.microsoft.com/office/drawing/2014/main" id="{2AB6D82A-0106-E0BD-8E60-01F09043C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668" y="2605096"/>
            <a:ext cx="2216258" cy="221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5FE18B-E9A0-742D-8FED-82BBB7E5F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10/23 </a:t>
            </a:r>
            <a:r>
              <a:rPr lang="zh-TW" altLang="en-US" dirty="0"/>
              <a:t>英文課</a:t>
            </a:r>
            <a:r>
              <a:rPr lang="en-US" altLang="zh-TW" dirty="0"/>
              <a:t>: Dying to be attractive (</a:t>
            </a:r>
            <a:r>
              <a:rPr lang="zh-TW" altLang="en-US" dirty="0"/>
              <a:t>第二節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8929C1-1E1B-253C-4BB8-71A61AFD4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分組討論一段課文</a:t>
            </a:r>
            <a:endParaRPr lang="en-US" altLang="zh-TW" sz="3600" dirty="0"/>
          </a:p>
          <a:p>
            <a:r>
              <a:rPr lang="zh-TW" altLang="en-US" sz="3600" dirty="0"/>
              <a:t>查課文意思</a:t>
            </a:r>
            <a:endParaRPr lang="en-US" altLang="zh-TW" sz="3600" dirty="0"/>
          </a:p>
          <a:p>
            <a:r>
              <a:rPr lang="zh-TW" altLang="en-US" sz="3600" dirty="0"/>
              <a:t>完成共編表單</a:t>
            </a:r>
            <a:endParaRPr lang="en-US" altLang="zh-TW" sz="3600" dirty="0"/>
          </a:p>
          <a:p>
            <a:r>
              <a:rPr lang="zh-TW" altLang="en-US" sz="3600" dirty="0"/>
              <a:t>上台</a:t>
            </a:r>
            <a:r>
              <a:rPr lang="zh-TW" altLang="en-US" sz="3600"/>
              <a:t>回答問題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338758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157</Words>
  <Application>Microsoft Office PowerPoint</Application>
  <PresentationFormat>寬螢幕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佈景主題</vt:lpstr>
      <vt:lpstr>10/23 製作自我介紹投影片(第一節)</vt:lpstr>
      <vt:lpstr>Meet Miffy Lin</vt:lpstr>
      <vt:lpstr>10/23 英文課: Dying to be attractive (第二節)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Miffy</dc:creator>
  <cp:lastModifiedBy>Miffy</cp:lastModifiedBy>
  <cp:revision>1</cp:revision>
  <dcterms:created xsi:type="dcterms:W3CDTF">2024-10-23T06:54:24Z</dcterms:created>
  <dcterms:modified xsi:type="dcterms:W3CDTF">2024-10-23T09:50:14Z</dcterms:modified>
</cp:coreProperties>
</file>