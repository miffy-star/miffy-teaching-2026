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F0B9181F-8432-4394-9665-92E01797D270}">
          <p14:sldIdLst>
            <p14:sldId id="256"/>
            <p14:sldId id="257"/>
            <p14:sldId id="258"/>
          </p14:sldIdLst>
        </p14:section>
        <p14:section name="未命名的章節" id="{66EE1EC5-AD97-4850-B2B4-6227A46002E5}">
          <p14:sldIdLst>
            <p14:sldId id="25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6" autoAdjust="0"/>
    <p:restoredTop sz="94660"/>
  </p:normalViewPr>
  <p:slideViewPr>
    <p:cSldViewPr snapToGrid="0">
      <p:cViewPr>
        <p:scale>
          <a:sx n="68" d="100"/>
          <a:sy n="68" d="100"/>
        </p:scale>
        <p:origin x="40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7AFFB9B-9FB8-469E-96F9-4D32314110B6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BDC27-E420-4878-9EE6-7B9656D6442A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47CF-67C9-420C-80A5-E2069FF0C2DF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DC73-F065-42F5-A9F2-D90B2E42A0B3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A702-9B29-41CC-9BCC-3DF8A0D379FE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649AC-CB8F-4FF1-9A34-5861C74DD0A7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5CECA-2D3A-4680-9B49-752200DE467C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BFE2-83B7-4B0A-B9D3-AB28331082B3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78E3-FDA3-4D28-AAA2-0B81F349A39D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D2AC3-6A0B-4169-B1EA-E3AE8B351BDD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B9363-8B87-41B7-9F8E-64519CBB8F34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F5746-5284-4951-9F37-7AE924EDBCB7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98B29-7265-4A65-A2A4-6703C057B7C1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BA082-94DF-4C4B-A041-6624924AB0A8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86C4-3AB5-4E0C-86CA-FB108C350AA9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F1211-4E0C-4AB3-B04F-585959BDAFE8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DECAF-D3BE-4069-9C78-642ECCD01477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35BB1C6-BF8F-4481-8AB2-603A1C8A906A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163C2A-CAB4-71FE-A097-0CB58D95C9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sz="6600" b="1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李振全老師，高二</a:t>
            </a:r>
            <a:r>
              <a:rPr lang="en-US" altLang="zh-TW" sz="6600" b="1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6600" b="1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來了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1723540-B5D7-4FD9-F566-155AD4F655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B4U6</a:t>
            </a:r>
            <a:r>
              <a:rPr lang="zh-TW" altLang="en-US" dirty="0"/>
              <a:t>文法</a:t>
            </a:r>
          </a:p>
        </p:txBody>
      </p:sp>
    </p:spTree>
    <p:extLst>
      <p:ext uri="{BB962C8B-B14F-4D97-AF65-F5344CB8AC3E}">
        <p14:creationId xmlns:p14="http://schemas.microsoft.com/office/powerpoint/2010/main" val="1257964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37B084-DF22-9FBA-A6D7-4E1475CAA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句型</a:t>
            </a:r>
            <a:r>
              <a:rPr lang="en-US" altLang="zh-TW" dirty="0"/>
              <a:t>:</a:t>
            </a:r>
            <a:r>
              <a:rPr lang="zh-TW" altLang="en-US" dirty="0"/>
              <a:t>  對過去表達想法</a:t>
            </a:r>
            <a:r>
              <a:rPr lang="en-US" altLang="zh-TW" dirty="0"/>
              <a:t>~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1DA2465-D6B7-96DB-28DC-D4AAD5C9525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TW" sz="4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could have </a:t>
            </a:r>
            <a:r>
              <a:rPr lang="en-US" altLang="zh-TW" sz="4800" kern="100" dirty="0" err="1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Vpp</a:t>
            </a:r>
            <a:r>
              <a:rPr lang="en-US" altLang="zh-TW" sz="4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(</a:t>
            </a:r>
            <a:r>
              <a:rPr lang="zh-TW" altLang="zh-TW" sz="4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大可以</a:t>
            </a:r>
            <a:r>
              <a:rPr lang="en-US" altLang="zh-TW" sz="4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…)</a:t>
            </a:r>
            <a:endParaRPr lang="zh-TW" altLang="zh-TW" sz="48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TW" sz="4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might have </a:t>
            </a:r>
            <a:r>
              <a:rPr lang="en-US" altLang="zh-TW" sz="4800" kern="100" dirty="0" err="1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Vpp</a:t>
            </a:r>
            <a:r>
              <a:rPr lang="en-US" altLang="zh-TW" sz="4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(</a:t>
            </a:r>
            <a:r>
              <a:rPr lang="zh-TW" altLang="zh-TW" sz="4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有可能</a:t>
            </a:r>
            <a:r>
              <a:rPr lang="en-US" altLang="zh-TW" sz="4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…)</a:t>
            </a:r>
            <a:endParaRPr lang="zh-TW" altLang="zh-TW" sz="48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TW" sz="4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should have </a:t>
            </a:r>
            <a:r>
              <a:rPr lang="en-US" altLang="zh-TW" sz="4800" kern="100" dirty="0" err="1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Vpp</a:t>
            </a:r>
            <a:r>
              <a:rPr lang="en-US" altLang="zh-TW" sz="4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(</a:t>
            </a:r>
            <a:r>
              <a:rPr lang="zh-TW" altLang="zh-TW" sz="4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應該要</a:t>
            </a:r>
            <a:r>
              <a:rPr lang="en-US" altLang="zh-TW" sz="48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…)</a:t>
            </a:r>
            <a:endParaRPr lang="zh-TW" altLang="zh-TW" sz="48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4249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A5E57-E9D9-1349-7029-E128ACB64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D2E133-A122-3861-143E-51E31F429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26" y="-191911"/>
            <a:ext cx="10396882" cy="1151965"/>
          </a:xfrm>
        </p:spPr>
        <p:txBody>
          <a:bodyPr/>
          <a:lstStyle/>
          <a:p>
            <a:r>
              <a:rPr lang="zh-TW" altLang="en-US" dirty="0"/>
              <a:t>句型</a:t>
            </a:r>
            <a:r>
              <a:rPr lang="en-US" altLang="zh-TW" dirty="0"/>
              <a:t>:</a:t>
            </a:r>
            <a:r>
              <a:rPr lang="zh-TW" altLang="en-US" dirty="0"/>
              <a:t>  對過去表達想法</a:t>
            </a:r>
            <a:r>
              <a:rPr lang="en-US" altLang="zh-TW" dirty="0"/>
              <a:t>~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舉例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F00916E-B3D8-C40B-0A77-340DE8817DF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668" y="1151966"/>
            <a:ext cx="10741840" cy="4222620"/>
          </a:xfrm>
        </p:spPr>
        <p:txBody>
          <a:bodyPr>
            <a:noAutofit/>
          </a:bodyPr>
          <a:lstStyle/>
          <a:p>
            <a:pPr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altLang="zh-TW" sz="24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You could have chosen euthanasia, but you decided to look on the bright side of life.</a:t>
            </a:r>
            <a:endParaRPr lang="zh-TW" altLang="zh-TW" sz="24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zh-TW" altLang="zh-TW" sz="24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你大可以選擇安樂死，但你選擇看生命好的一面。</a:t>
            </a:r>
          </a:p>
          <a:p>
            <a:pPr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altLang="zh-TW" sz="24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You might have had a wonderful life, but an accident took away your hope.</a:t>
            </a:r>
            <a:endParaRPr lang="zh-TW" altLang="zh-TW" sz="24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zh-TW" altLang="zh-TW" sz="24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你有可能擁有美好生活，但是一場意外奪去你的希望。</a:t>
            </a:r>
          </a:p>
          <a:p>
            <a:pPr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altLang="zh-TW" sz="24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You shouldn’t have ridden your motorcycle while you were tired and drunk, but it was too late.</a:t>
            </a:r>
            <a:endParaRPr lang="zh-TW" altLang="zh-TW" sz="24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>
              <a:lnSpc>
                <a:spcPct val="100000"/>
              </a:lnSpc>
              <a:buNone/>
            </a:pPr>
            <a:r>
              <a:rPr lang="zh-TW" altLang="zh-TW" sz="24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你不應該在你很累的時候騎摩多車，但是也來不及了。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41217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B2CAC-1801-D385-583C-92B0CC726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6015D5-C71C-6B86-ADFB-F6477F28C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147" y="225779"/>
            <a:ext cx="10396882" cy="1151965"/>
          </a:xfrm>
        </p:spPr>
        <p:txBody>
          <a:bodyPr/>
          <a:lstStyle/>
          <a:p>
            <a:r>
              <a:rPr lang="en-US" altLang="zh-TW" dirty="0"/>
              <a:t>Assignment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44B7AE1-A402-D1C2-DFBC-8768371FB71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668" y="1151966"/>
            <a:ext cx="10741840" cy="4222620"/>
          </a:xfrm>
        </p:spPr>
        <p:txBody>
          <a:bodyPr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zh-TW" altLang="zh-TW" sz="32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為李振全老師打氣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TW" sz="32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1.</a:t>
            </a:r>
            <a:r>
              <a:rPr lang="zh-TW" altLang="zh-TW" sz="32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使用本課句型，三種都用到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TW" sz="32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</a:t>
            </a:r>
            <a:r>
              <a:rPr lang="zh-TW" altLang="zh-TW" sz="32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在看見別人的需要時伸出援手 </a:t>
            </a:r>
            <a:r>
              <a:rPr lang="en-US" altLang="zh-TW" sz="32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Wingdings" panose="05000000000000000000" pitchFamily="2" charset="2"/>
              </a:rPr>
              <a:t></a:t>
            </a:r>
            <a:r>
              <a:rPr lang="en-US" altLang="zh-TW" sz="32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Wingdings" panose="05000000000000000000" pitchFamily="2" charset="2"/>
              </a:rPr>
              <a:t></a:t>
            </a:r>
            <a:r>
              <a:rPr lang="en-US" altLang="zh-TW" sz="32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Wingdings" panose="05000000000000000000" pitchFamily="2" charset="2"/>
              </a:rPr>
              <a:t></a:t>
            </a:r>
            <a:r>
              <a:rPr lang="zh-TW" altLang="zh-TW" sz="3200" b="1" kern="1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是一種體貼</a:t>
            </a:r>
            <a:endParaRPr lang="zh-TW" altLang="zh-TW" sz="32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TW" sz="32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3.</a:t>
            </a:r>
            <a:r>
              <a:rPr lang="zh-TW" altLang="zh-TW" sz="32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李振全老師</a:t>
            </a:r>
            <a:r>
              <a:rPr lang="zh-TW" altLang="en-US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，高二</a:t>
            </a:r>
            <a:r>
              <a:rPr lang="en-US" altLang="zh-TW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r>
              <a:rPr lang="zh-TW" altLang="zh-TW" sz="32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來了</a:t>
            </a:r>
            <a:r>
              <a:rPr lang="en-US" altLang="zh-TW" sz="32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~</a:t>
            </a:r>
            <a:endParaRPr lang="zh-TW" altLang="zh-TW" sz="32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0">
              <a:lnSpc>
                <a:spcPct val="100000"/>
              </a:lnSpc>
              <a:spcAft>
                <a:spcPts val="800"/>
              </a:spcAft>
              <a:buNone/>
            </a:pP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8141041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主要賽事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TM04033927[[fn=主要賽事]]</Template>
  <TotalTime>9</TotalTime>
  <Words>194</Words>
  <Application>Microsoft Office PowerPoint</Application>
  <PresentationFormat>寬螢幕</PresentationFormat>
  <Paragraphs>18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微軟正黑體</vt:lpstr>
      <vt:lpstr>Aptos</vt:lpstr>
      <vt:lpstr>Arial</vt:lpstr>
      <vt:lpstr>Impact</vt:lpstr>
      <vt:lpstr>主要賽事</vt:lpstr>
      <vt:lpstr>李振全老師，高二1來了</vt:lpstr>
      <vt:lpstr>句型:  對過去表達想法~</vt:lpstr>
      <vt:lpstr>句型:  對過去表達想法~ (舉例)</vt:lpstr>
      <vt:lpstr>Assignment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Miffy</dc:creator>
  <cp:lastModifiedBy>Miffy</cp:lastModifiedBy>
  <cp:revision>1</cp:revision>
  <dcterms:created xsi:type="dcterms:W3CDTF">2025-04-30T05:26:25Z</dcterms:created>
  <dcterms:modified xsi:type="dcterms:W3CDTF">2025-04-30T05:36:18Z</dcterms:modified>
</cp:coreProperties>
</file>