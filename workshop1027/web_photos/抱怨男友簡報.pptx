
<file path=[Content_Types].xml><?xml version="1.0" encoding="utf-8"?>
<Types xmlns="http://schemas.openxmlformats.org/package/2006/content-types">
  <Default Extension="docm" ContentType="application/vnd.ms-word.document.macroEnabled.12"/>
  <Default Extension="emf" ContentType="image/x-emf"/>
  <Default Extension="jpeg" ContentType="image/jpe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1"/>
  </p:notesMasterIdLst>
  <p:sldIdLst>
    <p:sldId id="256" r:id="rId2"/>
    <p:sldId id="303" r:id="rId3"/>
    <p:sldId id="260" r:id="rId4"/>
    <p:sldId id="302" r:id="rId5"/>
    <p:sldId id="259" r:id="rId6"/>
    <p:sldId id="261" r:id="rId7"/>
    <p:sldId id="262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E44234C-F2AE-FB47-8E96-28D575BBF6B2}" v="319" dt="2025-02-09T15:06:05.6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nMing Fen" userId="6c4d8aa0-1472-4028-a552-e539c729b367" providerId="ADAL" clId="{CE44234C-F2AE-FB47-8E96-28D575BBF6B2}"/>
    <pc:docChg chg="undo redo custSel addSld delSld modSld sldOrd">
      <pc:chgData name="LinMing Fen" userId="6c4d8aa0-1472-4028-a552-e539c729b367" providerId="ADAL" clId="{CE44234C-F2AE-FB47-8E96-28D575BBF6B2}" dt="2025-02-09T15:06:05.681" v="525" actId="12385"/>
      <pc:docMkLst>
        <pc:docMk/>
      </pc:docMkLst>
      <pc:sldChg chg="modSp">
        <pc:chgData name="LinMing Fen" userId="6c4d8aa0-1472-4028-a552-e539c729b367" providerId="ADAL" clId="{CE44234C-F2AE-FB47-8E96-28D575BBF6B2}" dt="2025-02-09T14:36:54.770" v="185"/>
        <pc:sldMkLst>
          <pc:docMk/>
          <pc:sldMk cId="3987363850" sldId="256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87363850" sldId="256"/>
            <ac:spMk id="7" creationId="{1AC9712C-89B6-E3D8-5187-D62D84CE30B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87363850" sldId="256"/>
            <ac:spMk id="8" creationId="{634E4593-B39F-E9F8-8844-BCE6AF8968EE}"/>
          </ac:spMkLst>
        </pc:spChg>
      </pc:sldChg>
      <pc:sldChg chg="modSp del mod">
        <pc:chgData name="LinMing Fen" userId="6c4d8aa0-1472-4028-a552-e539c729b367" providerId="ADAL" clId="{CE44234C-F2AE-FB47-8E96-28D575BBF6B2}" dt="2025-02-09T14:47:58.740" v="252" actId="2696"/>
        <pc:sldMkLst>
          <pc:docMk/>
          <pc:sldMk cId="2386474216" sldId="257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386474216" sldId="257"/>
            <ac:spMk id="2" creationId="{0B822ADC-EE52-E81A-005C-2E28097F4E2C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386474216" sldId="257"/>
            <ac:spMk id="4" creationId="{9EEC860A-C5AD-3C26-0996-CCF4982303F2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386474216" sldId="257"/>
            <ac:spMk id="5" creationId="{2C8918BE-2377-DF87-3D48-03B2B1BEAC17}"/>
          </ac:spMkLst>
        </pc:spChg>
        <pc:graphicFrameChg chg="mod">
          <ac:chgData name="LinMing Fen" userId="6c4d8aa0-1472-4028-a552-e539c729b367" providerId="ADAL" clId="{CE44234C-F2AE-FB47-8E96-28D575BBF6B2}" dt="2025-02-09T14:46:56.808" v="250" actId="166"/>
          <ac:graphicFrameMkLst>
            <pc:docMk/>
            <pc:sldMk cId="2386474216" sldId="257"/>
            <ac:graphicFrameMk id="13" creationId="{5EA27ABF-CB6A-FA22-587A-7C576CA17FF1}"/>
          </ac:graphicFrameMkLst>
        </pc:graphicFrameChg>
      </pc:sldChg>
      <pc:sldChg chg="addSp modSp del mod">
        <pc:chgData name="LinMing Fen" userId="6c4d8aa0-1472-4028-a552-e539c729b367" providerId="ADAL" clId="{CE44234C-F2AE-FB47-8E96-28D575BBF6B2}" dt="2025-02-09T15:05:48.816" v="524" actId="2696"/>
        <pc:sldMkLst>
          <pc:docMk/>
          <pc:sldMk cId="957105342" sldId="258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57105342" sldId="258"/>
            <ac:spMk id="2" creationId="{6F9909BE-8F50-E389-05FB-BE6E68269BBE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57105342" sldId="258"/>
            <ac:spMk id="4" creationId="{9064D52D-9BA3-875C-E9CC-DEB92FED2CBC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57105342" sldId="258"/>
            <ac:spMk id="5" creationId="{B3192981-DA96-3F9B-9679-A9B515BF54A7}"/>
          </ac:spMkLst>
        </pc:spChg>
        <pc:graphicFrameChg chg="add mod">
          <ac:chgData name="LinMing Fen" userId="6c4d8aa0-1472-4028-a552-e539c729b367" providerId="ADAL" clId="{CE44234C-F2AE-FB47-8E96-28D575BBF6B2}" dt="2025-02-09T13:50:40.968" v="0"/>
          <ac:graphicFrameMkLst>
            <pc:docMk/>
            <pc:sldMk cId="957105342" sldId="258"/>
            <ac:graphicFrameMk id="3" creationId="{42C93661-EE2A-CAAA-E0B2-DBF402201B6F}"/>
          </ac:graphicFrameMkLst>
        </pc:graphicFrameChg>
        <pc:graphicFrameChg chg="add mod">
          <ac:chgData name="LinMing Fen" userId="6c4d8aa0-1472-4028-a552-e539c729b367" providerId="ADAL" clId="{CE44234C-F2AE-FB47-8E96-28D575BBF6B2}" dt="2025-02-09T13:50:46.805" v="1"/>
          <ac:graphicFrameMkLst>
            <pc:docMk/>
            <pc:sldMk cId="957105342" sldId="258"/>
            <ac:graphicFrameMk id="6" creationId="{88703DA5-8253-F5A8-A301-593CC731C07D}"/>
          </ac:graphicFrameMkLst>
        </pc:graphicFrameChg>
        <pc:graphicFrameChg chg="add mod modGraphic">
          <ac:chgData name="LinMing Fen" userId="6c4d8aa0-1472-4028-a552-e539c729b367" providerId="ADAL" clId="{CE44234C-F2AE-FB47-8E96-28D575BBF6B2}" dt="2025-02-09T13:51:46.004" v="7" actId="1076"/>
          <ac:graphicFrameMkLst>
            <pc:docMk/>
            <pc:sldMk cId="957105342" sldId="258"/>
            <ac:graphicFrameMk id="9" creationId="{78D77932-5707-4872-464A-1A4880C4B3C9}"/>
          </ac:graphicFrameMkLst>
        </pc:graphicFrameChg>
      </pc:sldChg>
      <pc:sldChg chg="modSp mod">
        <pc:chgData name="LinMing Fen" userId="6c4d8aa0-1472-4028-a552-e539c729b367" providerId="ADAL" clId="{CE44234C-F2AE-FB47-8E96-28D575BBF6B2}" dt="2025-02-09T15:05:17.048" v="523" actId="113"/>
        <pc:sldMkLst>
          <pc:docMk/>
          <pc:sldMk cId="3071944842" sldId="259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071944842" sldId="259"/>
            <ac:spMk id="2" creationId="{D67CCED0-66D9-8DCB-9A97-F3F8D31F8421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071944842" sldId="259"/>
            <ac:spMk id="4" creationId="{54C3676A-12F7-3160-3286-A6134E1E40B1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071944842" sldId="259"/>
            <ac:spMk id="5" creationId="{F781C491-A14E-EB50-8EB5-E1932AAB2B54}"/>
          </ac:spMkLst>
        </pc:spChg>
        <pc:graphicFrameChg chg="modGraphic">
          <ac:chgData name="LinMing Fen" userId="6c4d8aa0-1472-4028-a552-e539c729b367" providerId="ADAL" clId="{CE44234C-F2AE-FB47-8E96-28D575BBF6B2}" dt="2025-02-09T15:05:17.048" v="523" actId="113"/>
          <ac:graphicFrameMkLst>
            <pc:docMk/>
            <pc:sldMk cId="3071944842" sldId="259"/>
            <ac:graphicFrameMk id="9" creationId="{E78E494F-C135-68D3-89D3-C051F067D085}"/>
          </ac:graphicFrameMkLst>
        </pc:graphicFrameChg>
      </pc:sldChg>
      <pc:sldChg chg="modSp">
        <pc:chgData name="LinMing Fen" userId="6c4d8aa0-1472-4028-a552-e539c729b367" providerId="ADAL" clId="{CE44234C-F2AE-FB47-8E96-28D575BBF6B2}" dt="2025-02-09T14:47:52.415" v="251"/>
        <pc:sldMkLst>
          <pc:docMk/>
          <pc:sldMk cId="3292332257" sldId="260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292332257" sldId="260"/>
            <ac:spMk id="2" creationId="{44957A59-BA5E-AE49-BBC3-31438B66F23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292332257" sldId="260"/>
            <ac:spMk id="4" creationId="{F6DB0063-7368-5DDA-1AFE-46C9CE66BE96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292332257" sldId="260"/>
            <ac:spMk id="5" creationId="{6CD1FA69-DCCB-3CA4-869E-ECDB8D8EC63A}"/>
          </ac:spMkLst>
        </pc:spChg>
        <pc:graphicFrameChg chg="mod">
          <ac:chgData name="LinMing Fen" userId="6c4d8aa0-1472-4028-a552-e539c729b367" providerId="ADAL" clId="{CE44234C-F2AE-FB47-8E96-28D575BBF6B2}" dt="2025-02-09T14:47:52.415" v="251"/>
          <ac:graphicFrameMkLst>
            <pc:docMk/>
            <pc:sldMk cId="3292332257" sldId="260"/>
            <ac:graphicFrameMk id="3" creationId="{67D00BA9-66CA-C126-5648-492C5D24D052}"/>
          </ac:graphicFrameMkLst>
        </pc:graphicFrameChg>
      </pc:sldChg>
      <pc:sldChg chg="addSp delSp modSp add mod">
        <pc:chgData name="LinMing Fen" userId="6c4d8aa0-1472-4028-a552-e539c729b367" providerId="ADAL" clId="{CE44234C-F2AE-FB47-8E96-28D575BBF6B2}" dt="2025-02-09T15:06:05.681" v="525" actId="12385"/>
        <pc:sldMkLst>
          <pc:docMk/>
          <pc:sldMk cId="127474701" sldId="261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27474701" sldId="261"/>
            <ac:spMk id="2" creationId="{65EBA71C-543A-28B4-DC31-5AC251B74B1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27474701" sldId="261"/>
            <ac:spMk id="4" creationId="{E04F3921-BA48-34EC-827D-D7F44D620160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27474701" sldId="261"/>
            <ac:spMk id="5" creationId="{13D251D0-D0A9-830D-63D6-97506180DFE1}"/>
          </ac:spMkLst>
        </pc:spChg>
        <pc:graphicFrameChg chg="add mod">
          <ac:chgData name="LinMing Fen" userId="6c4d8aa0-1472-4028-a552-e539c729b367" providerId="ADAL" clId="{CE44234C-F2AE-FB47-8E96-28D575BBF6B2}" dt="2025-02-09T13:54:01.984" v="11"/>
          <ac:graphicFrameMkLst>
            <pc:docMk/>
            <pc:sldMk cId="127474701" sldId="261"/>
            <ac:graphicFrameMk id="3" creationId="{2C62E6FC-DBD2-A691-B529-432AC96FB46E}"/>
          </ac:graphicFrameMkLst>
        </pc:graphicFrameChg>
        <pc:graphicFrameChg chg="add mod modGraphic">
          <ac:chgData name="LinMing Fen" userId="6c4d8aa0-1472-4028-a552-e539c729b367" providerId="ADAL" clId="{CE44234C-F2AE-FB47-8E96-28D575BBF6B2}" dt="2025-02-09T15:06:05.681" v="525" actId="12385"/>
          <ac:graphicFrameMkLst>
            <pc:docMk/>
            <pc:sldMk cId="127474701" sldId="261"/>
            <ac:graphicFrameMk id="6" creationId="{B2485768-A991-56D2-DFE2-3779AF501D4D}"/>
          </ac:graphicFrameMkLst>
        </pc:graphicFrameChg>
        <pc:graphicFrameChg chg="del modGraphic">
          <ac:chgData name="LinMing Fen" userId="6c4d8aa0-1472-4028-a552-e539c729b367" providerId="ADAL" clId="{CE44234C-F2AE-FB47-8E96-28D575BBF6B2}" dt="2025-02-09T13:54:00.440" v="10" actId="478"/>
          <ac:graphicFrameMkLst>
            <pc:docMk/>
            <pc:sldMk cId="127474701" sldId="261"/>
            <ac:graphicFrameMk id="9" creationId="{F9648B4D-8788-A530-EDB5-75DC22558F1A}"/>
          </ac:graphicFrameMkLst>
        </pc:graphicFrameChg>
      </pc:sldChg>
      <pc:sldChg chg="addSp delSp modSp add mod">
        <pc:chgData name="LinMing Fen" userId="6c4d8aa0-1472-4028-a552-e539c729b367" providerId="ADAL" clId="{CE44234C-F2AE-FB47-8E96-28D575BBF6B2}" dt="2025-02-09T14:36:54.770" v="185"/>
        <pc:sldMkLst>
          <pc:docMk/>
          <pc:sldMk cId="1030206662" sldId="262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030206662" sldId="262"/>
            <ac:spMk id="2" creationId="{FD9FB417-1337-64C3-ADE6-0490EF6338B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030206662" sldId="262"/>
            <ac:spMk id="4" creationId="{47D7AF95-AE33-32F9-D1CB-4C874FE53EEA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030206662" sldId="262"/>
            <ac:spMk id="5" creationId="{8C34B7EC-1EFE-C227-5C00-733E3588A6D2}"/>
          </ac:spMkLst>
        </pc:spChg>
        <pc:graphicFrameChg chg="add mod modGraphic">
          <ac:chgData name="LinMing Fen" userId="6c4d8aa0-1472-4028-a552-e539c729b367" providerId="ADAL" clId="{CE44234C-F2AE-FB47-8E96-28D575BBF6B2}" dt="2025-02-09T13:57:16.574" v="30" actId="1076"/>
          <ac:graphicFrameMkLst>
            <pc:docMk/>
            <pc:sldMk cId="1030206662" sldId="262"/>
            <ac:graphicFrameMk id="3" creationId="{0CE0A524-8948-34D3-0AB6-1B80F8A25C76}"/>
          </ac:graphicFrameMkLst>
        </pc:graphicFrameChg>
        <pc:graphicFrameChg chg="del">
          <ac:chgData name="LinMing Fen" userId="6c4d8aa0-1472-4028-a552-e539c729b367" providerId="ADAL" clId="{CE44234C-F2AE-FB47-8E96-28D575BBF6B2}" dt="2025-02-09T13:55:52.173" v="25" actId="478"/>
          <ac:graphicFrameMkLst>
            <pc:docMk/>
            <pc:sldMk cId="1030206662" sldId="262"/>
            <ac:graphicFrameMk id="6" creationId="{A1074C34-A771-C14E-00C3-81D0A98FC13B}"/>
          </ac:graphicFrameMkLst>
        </pc:graphicFrameChg>
      </pc:sldChg>
      <pc:sldChg chg="addSp delSp modSp new del mod">
        <pc:chgData name="LinMing Fen" userId="6c4d8aa0-1472-4028-a552-e539c729b367" providerId="ADAL" clId="{CE44234C-F2AE-FB47-8E96-28D575BBF6B2}" dt="2025-02-09T13:59:54.160" v="44" actId="2696"/>
        <pc:sldMkLst>
          <pc:docMk/>
          <pc:sldMk cId="1205436899" sldId="263"/>
        </pc:sldMkLst>
        <pc:spChg chg="del">
          <ac:chgData name="LinMing Fen" userId="6c4d8aa0-1472-4028-a552-e539c729b367" providerId="ADAL" clId="{CE44234C-F2AE-FB47-8E96-28D575BBF6B2}" dt="2025-02-09T13:57:38.220" v="31"/>
          <ac:spMkLst>
            <pc:docMk/>
            <pc:sldMk cId="1205436899" sldId="263"/>
            <ac:spMk id="3" creationId="{023A2A3A-AD05-2BBB-F01D-55B1FB09AA24}"/>
          </ac:spMkLst>
        </pc:spChg>
        <pc:graphicFrameChg chg="add mod modGraphic">
          <ac:chgData name="LinMing Fen" userId="6c4d8aa0-1472-4028-a552-e539c729b367" providerId="ADAL" clId="{CE44234C-F2AE-FB47-8E96-28D575BBF6B2}" dt="2025-02-09T13:58:47.485" v="39" actId="21"/>
          <ac:graphicFrameMkLst>
            <pc:docMk/>
            <pc:sldMk cId="1205436899" sldId="263"/>
            <ac:graphicFrameMk id="6" creationId="{34F35C66-6274-D448-D4B3-C5B8175532DA}"/>
          </ac:graphicFrameMkLst>
        </pc:graphicFrameChg>
      </pc:sldChg>
      <pc:sldChg chg="new del">
        <pc:chgData name="LinMing Fen" userId="6c4d8aa0-1472-4028-a552-e539c729b367" providerId="ADAL" clId="{CE44234C-F2AE-FB47-8E96-28D575BBF6B2}" dt="2025-02-09T13:59:54.692" v="45" actId="2696"/>
        <pc:sldMkLst>
          <pc:docMk/>
          <pc:sldMk cId="3246233154" sldId="264"/>
        </pc:sldMkLst>
      </pc:sldChg>
      <pc:sldChg chg="new del">
        <pc:chgData name="LinMing Fen" userId="6c4d8aa0-1472-4028-a552-e539c729b367" providerId="ADAL" clId="{CE44234C-F2AE-FB47-8E96-28D575BBF6B2}" dt="2025-02-09T13:59:55.134" v="46" actId="2696"/>
        <pc:sldMkLst>
          <pc:docMk/>
          <pc:sldMk cId="1987664480" sldId="265"/>
        </pc:sldMkLst>
      </pc:sldChg>
      <pc:sldChg chg="new del">
        <pc:chgData name="LinMing Fen" userId="6c4d8aa0-1472-4028-a552-e539c729b367" providerId="ADAL" clId="{CE44234C-F2AE-FB47-8E96-28D575BBF6B2}" dt="2025-02-09T13:59:55.400" v="47" actId="2696"/>
        <pc:sldMkLst>
          <pc:docMk/>
          <pc:sldMk cId="580867441" sldId="266"/>
        </pc:sldMkLst>
      </pc:sldChg>
      <pc:sldChg chg="new del">
        <pc:chgData name="LinMing Fen" userId="6c4d8aa0-1472-4028-a552-e539c729b367" providerId="ADAL" clId="{CE44234C-F2AE-FB47-8E96-28D575BBF6B2}" dt="2025-02-09T13:59:55.608" v="48" actId="2696"/>
        <pc:sldMkLst>
          <pc:docMk/>
          <pc:sldMk cId="68530485" sldId="267"/>
        </pc:sldMkLst>
      </pc:sldChg>
      <pc:sldChg chg="new del">
        <pc:chgData name="LinMing Fen" userId="6c4d8aa0-1472-4028-a552-e539c729b367" providerId="ADAL" clId="{CE44234C-F2AE-FB47-8E96-28D575BBF6B2}" dt="2025-02-09T13:59:55.886" v="49" actId="2696"/>
        <pc:sldMkLst>
          <pc:docMk/>
          <pc:sldMk cId="2696136784" sldId="268"/>
        </pc:sldMkLst>
      </pc:sldChg>
      <pc:sldChg chg="addSp delSp modSp add mod">
        <pc:chgData name="LinMing Fen" userId="6c4d8aa0-1472-4028-a552-e539c729b367" providerId="ADAL" clId="{CE44234C-F2AE-FB47-8E96-28D575BBF6B2}" dt="2025-02-09T14:36:54.770" v="185"/>
        <pc:sldMkLst>
          <pc:docMk/>
          <pc:sldMk cId="3927942328" sldId="269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27942328" sldId="269"/>
            <ac:spMk id="2" creationId="{27498A36-F342-D013-6BA7-41593D4BC65A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27942328" sldId="269"/>
            <ac:spMk id="4" creationId="{C4EE533D-82B0-70AD-E131-62D3D4373029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27942328" sldId="269"/>
            <ac:spMk id="5" creationId="{C1C6B590-7869-EC04-C04D-A25B4E085107}"/>
          </ac:spMkLst>
        </pc:spChg>
        <pc:graphicFrameChg chg="del">
          <ac:chgData name="LinMing Fen" userId="6c4d8aa0-1472-4028-a552-e539c729b367" providerId="ADAL" clId="{CE44234C-F2AE-FB47-8E96-28D575BBF6B2}" dt="2025-02-09T13:58:58.821" v="41" actId="478"/>
          <ac:graphicFrameMkLst>
            <pc:docMk/>
            <pc:sldMk cId="3927942328" sldId="269"/>
            <ac:graphicFrameMk id="3" creationId="{4FA03ECA-63E5-327F-953F-2B67B8E95323}"/>
          </ac:graphicFrameMkLst>
        </pc:graphicFrameChg>
        <pc:graphicFrameChg chg="add mod">
          <ac:chgData name="LinMing Fen" userId="6c4d8aa0-1472-4028-a552-e539c729b367" providerId="ADAL" clId="{CE44234C-F2AE-FB47-8E96-28D575BBF6B2}" dt="2025-02-09T13:59:06.069" v="43" actId="1076"/>
          <ac:graphicFrameMkLst>
            <pc:docMk/>
            <pc:sldMk cId="3927942328" sldId="269"/>
            <ac:graphicFrameMk id="6" creationId="{19636F74-243B-90B5-020B-176FFA1DF19F}"/>
          </ac:graphicFrameMkLst>
        </pc:graphicFrameChg>
      </pc:sldChg>
      <pc:sldChg chg="addSp delSp modSp add mod">
        <pc:chgData name="LinMing Fen" userId="6c4d8aa0-1472-4028-a552-e539c729b367" providerId="ADAL" clId="{CE44234C-F2AE-FB47-8E96-28D575BBF6B2}" dt="2025-02-09T14:36:54.770" v="185"/>
        <pc:sldMkLst>
          <pc:docMk/>
          <pc:sldMk cId="3792442393" sldId="270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792442393" sldId="270"/>
            <ac:spMk id="2" creationId="{C76087DE-4E07-21B3-4438-B04258BE8FC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792442393" sldId="270"/>
            <ac:spMk id="4" creationId="{46EE3076-199E-8F8A-7A4F-1B9E86352B1C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792442393" sldId="270"/>
            <ac:spMk id="5" creationId="{099D7CF5-2116-A2DA-9117-7089E3756D80}"/>
          </ac:spMkLst>
        </pc:spChg>
        <pc:graphicFrameChg chg="add mod modGraphic">
          <ac:chgData name="LinMing Fen" userId="6c4d8aa0-1472-4028-a552-e539c729b367" providerId="ADAL" clId="{CE44234C-F2AE-FB47-8E96-28D575BBF6B2}" dt="2025-02-09T14:01:31.418" v="58" actId="1076"/>
          <ac:graphicFrameMkLst>
            <pc:docMk/>
            <pc:sldMk cId="3792442393" sldId="270"/>
            <ac:graphicFrameMk id="3" creationId="{1C317DC1-F843-85AA-D0BC-57BB15922285}"/>
          </ac:graphicFrameMkLst>
        </pc:graphicFrameChg>
        <pc:graphicFrameChg chg="del modGraphic">
          <ac:chgData name="LinMing Fen" userId="6c4d8aa0-1472-4028-a552-e539c729b367" providerId="ADAL" clId="{CE44234C-F2AE-FB47-8E96-28D575BBF6B2}" dt="2025-02-09T14:00:56.175" v="54" actId="478"/>
          <ac:graphicFrameMkLst>
            <pc:docMk/>
            <pc:sldMk cId="3792442393" sldId="270"/>
            <ac:graphicFrameMk id="6" creationId="{B27D9016-435B-6A7B-5441-C4AC74E61146}"/>
          </ac:graphicFrameMkLst>
        </pc:graphicFrameChg>
      </pc:sldChg>
      <pc:sldChg chg="addSp delSp modSp add mod">
        <pc:chgData name="LinMing Fen" userId="6c4d8aa0-1472-4028-a552-e539c729b367" providerId="ADAL" clId="{CE44234C-F2AE-FB47-8E96-28D575BBF6B2}" dt="2025-02-09T14:36:54.770" v="185"/>
        <pc:sldMkLst>
          <pc:docMk/>
          <pc:sldMk cId="1865909195" sldId="271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865909195" sldId="271"/>
            <ac:spMk id="2" creationId="{ADA57ED2-6125-2E9A-69C0-CE6AF45A1800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865909195" sldId="271"/>
            <ac:spMk id="4" creationId="{7467D347-D702-15BC-67CA-035D10F066C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865909195" sldId="271"/>
            <ac:spMk id="5" creationId="{C553CD68-0C0F-35FB-CD9E-B87B3E4A4C78}"/>
          </ac:spMkLst>
        </pc:spChg>
        <pc:graphicFrameChg chg="del">
          <ac:chgData name="LinMing Fen" userId="6c4d8aa0-1472-4028-a552-e539c729b367" providerId="ADAL" clId="{CE44234C-F2AE-FB47-8E96-28D575BBF6B2}" dt="2025-02-09T14:02:14.225" v="60" actId="478"/>
          <ac:graphicFrameMkLst>
            <pc:docMk/>
            <pc:sldMk cId="1865909195" sldId="271"/>
            <ac:graphicFrameMk id="3" creationId="{5A9A318E-2AE3-5360-7A5A-2DEA253078C6}"/>
          </ac:graphicFrameMkLst>
        </pc:graphicFrameChg>
        <pc:graphicFrameChg chg="add mod modGraphic">
          <ac:chgData name="LinMing Fen" userId="6c4d8aa0-1472-4028-a552-e539c729b367" providerId="ADAL" clId="{CE44234C-F2AE-FB47-8E96-28D575BBF6B2}" dt="2025-02-09T14:03:11.089" v="66" actId="1076"/>
          <ac:graphicFrameMkLst>
            <pc:docMk/>
            <pc:sldMk cId="1865909195" sldId="271"/>
            <ac:graphicFrameMk id="6" creationId="{770366D5-2401-14C7-36B7-0EF6F641E81D}"/>
          </ac:graphicFrameMkLst>
        </pc:graphicFrameChg>
      </pc:sldChg>
      <pc:sldChg chg="addSp delSp modSp add mod">
        <pc:chgData name="LinMing Fen" userId="6c4d8aa0-1472-4028-a552-e539c729b367" providerId="ADAL" clId="{CE44234C-F2AE-FB47-8E96-28D575BBF6B2}" dt="2025-02-09T14:36:54.770" v="185"/>
        <pc:sldMkLst>
          <pc:docMk/>
          <pc:sldMk cId="950115124" sldId="272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50115124" sldId="272"/>
            <ac:spMk id="2" creationId="{E2C0F4B0-949B-8CC0-B8E8-E16B7291F20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50115124" sldId="272"/>
            <ac:spMk id="4" creationId="{60263C12-F513-89E6-939F-569FF0501F06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50115124" sldId="272"/>
            <ac:spMk id="5" creationId="{3801C7BE-38F3-B6B7-A8A4-10F11E904561}"/>
          </ac:spMkLst>
        </pc:spChg>
        <pc:graphicFrameChg chg="add mod modGraphic">
          <ac:chgData name="LinMing Fen" userId="6c4d8aa0-1472-4028-a552-e539c729b367" providerId="ADAL" clId="{CE44234C-F2AE-FB47-8E96-28D575BBF6B2}" dt="2025-02-09T14:04:23.134" v="72" actId="1076"/>
          <ac:graphicFrameMkLst>
            <pc:docMk/>
            <pc:sldMk cId="950115124" sldId="272"/>
            <ac:graphicFrameMk id="3" creationId="{5271D71D-09B9-ADAC-27A0-F77AD8EE8E12}"/>
          </ac:graphicFrameMkLst>
        </pc:graphicFrameChg>
        <pc:graphicFrameChg chg="del">
          <ac:chgData name="LinMing Fen" userId="6c4d8aa0-1472-4028-a552-e539c729b367" providerId="ADAL" clId="{CE44234C-F2AE-FB47-8E96-28D575BBF6B2}" dt="2025-02-09T14:03:37.320" v="68" actId="478"/>
          <ac:graphicFrameMkLst>
            <pc:docMk/>
            <pc:sldMk cId="950115124" sldId="272"/>
            <ac:graphicFrameMk id="6" creationId="{5004CAFC-73F3-AFCF-1A81-8E7AB3E01F7A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4045162742" sldId="273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45162742" sldId="273"/>
            <ac:spMk id="2" creationId="{35987CB3-9DA6-5E1A-5325-1EA910FFF336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45162742" sldId="273"/>
            <ac:spMk id="4" creationId="{F7BDC2D5-5B65-4127-E62C-E4A45FE1D74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45162742" sldId="273"/>
            <ac:spMk id="5" creationId="{04207A87-0400-9815-40A7-9F1F80EA6092}"/>
          </ac:spMkLst>
        </pc:spChg>
        <pc:graphicFrameChg chg="mod modGraphic">
          <ac:chgData name="LinMing Fen" userId="6c4d8aa0-1472-4028-a552-e539c729b367" providerId="ADAL" clId="{CE44234C-F2AE-FB47-8E96-28D575BBF6B2}" dt="2025-02-09T14:05:10.034" v="75" actId="255"/>
          <ac:graphicFrameMkLst>
            <pc:docMk/>
            <pc:sldMk cId="4045162742" sldId="273"/>
            <ac:graphicFrameMk id="3" creationId="{78E82157-12BB-63D3-52FF-2586CA67396C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405243555" sldId="274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5243555" sldId="274"/>
            <ac:spMk id="2" creationId="{2E3DBCBF-49E8-78BC-6F72-5907669C33CC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5243555" sldId="274"/>
            <ac:spMk id="4" creationId="{A29F6FAB-D7E5-EAF7-B1E6-4A86EA0C7441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5243555" sldId="274"/>
            <ac:spMk id="5" creationId="{F10417F1-74F0-F7DD-7BF5-42548FC78281}"/>
          </ac:spMkLst>
        </pc:spChg>
        <pc:graphicFrameChg chg="mod modGraphic">
          <ac:chgData name="LinMing Fen" userId="6c4d8aa0-1472-4028-a552-e539c729b367" providerId="ADAL" clId="{CE44234C-F2AE-FB47-8E96-28D575BBF6B2}" dt="2025-02-09T14:06:20.232" v="80" actId="14100"/>
          <ac:graphicFrameMkLst>
            <pc:docMk/>
            <pc:sldMk cId="405243555" sldId="274"/>
            <ac:graphicFrameMk id="3" creationId="{EE27E8BD-04B4-0680-BCC0-53615935EA83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2730875115" sldId="275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730875115" sldId="275"/>
            <ac:spMk id="2" creationId="{00DF7666-D0CA-A485-303A-B7437685C2EE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730875115" sldId="275"/>
            <ac:spMk id="4" creationId="{11776D37-155A-BE0C-B5B6-2B87CA9B65B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730875115" sldId="275"/>
            <ac:spMk id="5" creationId="{03325DA9-4B04-FB01-35EB-7AD50B47ACFF}"/>
          </ac:spMkLst>
        </pc:spChg>
        <pc:graphicFrameChg chg="mod modGraphic">
          <ac:chgData name="LinMing Fen" userId="6c4d8aa0-1472-4028-a552-e539c729b367" providerId="ADAL" clId="{CE44234C-F2AE-FB47-8E96-28D575BBF6B2}" dt="2025-02-09T14:07:49.505" v="83" actId="14734"/>
          <ac:graphicFrameMkLst>
            <pc:docMk/>
            <pc:sldMk cId="2730875115" sldId="275"/>
            <ac:graphicFrameMk id="3" creationId="{9C21B443-26FA-AFE5-0581-E8FCB1E7D584}"/>
          </ac:graphicFrameMkLst>
        </pc:graphicFrameChg>
      </pc:sldChg>
      <pc:sldChg chg="modSp add">
        <pc:chgData name="LinMing Fen" userId="6c4d8aa0-1472-4028-a552-e539c729b367" providerId="ADAL" clId="{CE44234C-F2AE-FB47-8E96-28D575BBF6B2}" dt="2025-02-09T14:36:54.770" v="185"/>
        <pc:sldMkLst>
          <pc:docMk/>
          <pc:sldMk cId="850683472" sldId="276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850683472" sldId="276"/>
            <ac:spMk id="2" creationId="{3815FBAD-D918-E732-2913-DE028A15D0D6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850683472" sldId="276"/>
            <ac:spMk id="4" creationId="{2DA8242C-CBD4-A935-9589-0B2CB01172F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850683472" sldId="276"/>
            <ac:spMk id="5" creationId="{6057C283-0806-B94E-1E3C-4BCF91A1611B}"/>
          </ac:spMkLst>
        </pc:spChg>
        <pc:graphicFrameChg chg="mod">
          <ac:chgData name="LinMing Fen" userId="6c4d8aa0-1472-4028-a552-e539c729b367" providerId="ADAL" clId="{CE44234C-F2AE-FB47-8E96-28D575BBF6B2}" dt="2025-02-09T14:08:11.956" v="85"/>
          <ac:graphicFrameMkLst>
            <pc:docMk/>
            <pc:sldMk cId="850683472" sldId="276"/>
            <ac:graphicFrameMk id="3" creationId="{6701CCB4-25A4-C8D6-7E6F-22227D03A75E}"/>
          </ac:graphicFrameMkLst>
        </pc:graphicFrameChg>
      </pc:sldChg>
      <pc:sldChg chg="modSp add">
        <pc:chgData name="LinMing Fen" userId="6c4d8aa0-1472-4028-a552-e539c729b367" providerId="ADAL" clId="{CE44234C-F2AE-FB47-8E96-28D575BBF6B2}" dt="2025-02-09T14:36:54.770" v="185"/>
        <pc:sldMkLst>
          <pc:docMk/>
          <pc:sldMk cId="1722345581" sldId="277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722345581" sldId="277"/>
            <ac:spMk id="2" creationId="{DF1E2059-4679-4DD6-FDB1-1FEAD6E6CAB4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722345581" sldId="277"/>
            <ac:spMk id="4" creationId="{0779E095-3472-BB19-140D-9F69109A5E46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722345581" sldId="277"/>
            <ac:spMk id="5" creationId="{2FBF35BF-862A-2324-56B9-81E7256B6333}"/>
          </ac:spMkLst>
        </pc:spChg>
        <pc:graphicFrameChg chg="mod">
          <ac:chgData name="LinMing Fen" userId="6c4d8aa0-1472-4028-a552-e539c729b367" providerId="ADAL" clId="{CE44234C-F2AE-FB47-8E96-28D575BBF6B2}" dt="2025-02-09T14:08:34.063" v="87"/>
          <ac:graphicFrameMkLst>
            <pc:docMk/>
            <pc:sldMk cId="1722345581" sldId="277"/>
            <ac:graphicFrameMk id="3" creationId="{08199B92-46DF-2AB4-0F87-04EE2A998F9F}"/>
          </ac:graphicFrameMkLst>
        </pc:graphicFrameChg>
      </pc:sldChg>
      <pc:sldChg chg="modSp add">
        <pc:chgData name="LinMing Fen" userId="6c4d8aa0-1472-4028-a552-e539c729b367" providerId="ADAL" clId="{CE44234C-F2AE-FB47-8E96-28D575BBF6B2}" dt="2025-02-09T14:36:54.770" v="185"/>
        <pc:sldMkLst>
          <pc:docMk/>
          <pc:sldMk cId="933701213" sldId="278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33701213" sldId="278"/>
            <ac:spMk id="2" creationId="{37C14F58-F7D2-B307-D97B-C1F1A825A007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33701213" sldId="278"/>
            <ac:spMk id="4" creationId="{D89A7EA4-8ED1-EC7C-5ECD-7EF1E774CA3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933701213" sldId="278"/>
            <ac:spMk id="5" creationId="{416C5CB3-B6F7-C6E2-4FC9-F6AD2167A73E}"/>
          </ac:spMkLst>
        </pc:spChg>
        <pc:graphicFrameChg chg="mod">
          <ac:chgData name="LinMing Fen" userId="6c4d8aa0-1472-4028-a552-e539c729b367" providerId="ADAL" clId="{CE44234C-F2AE-FB47-8E96-28D575BBF6B2}" dt="2025-02-09T14:09:00.088" v="89"/>
          <ac:graphicFrameMkLst>
            <pc:docMk/>
            <pc:sldMk cId="933701213" sldId="278"/>
            <ac:graphicFrameMk id="3" creationId="{3AAD9FFE-6FEF-2E11-CA9D-655EDC0606B8}"/>
          </ac:graphicFrameMkLst>
        </pc:graphicFrameChg>
      </pc:sldChg>
      <pc:sldChg chg="modSp add">
        <pc:chgData name="LinMing Fen" userId="6c4d8aa0-1472-4028-a552-e539c729b367" providerId="ADAL" clId="{CE44234C-F2AE-FB47-8E96-28D575BBF6B2}" dt="2025-02-09T14:36:54.770" v="185"/>
        <pc:sldMkLst>
          <pc:docMk/>
          <pc:sldMk cId="1168017358" sldId="279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68017358" sldId="279"/>
            <ac:spMk id="2" creationId="{AE3B7B0B-83BF-ADC7-EBB5-52DC6E462C30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68017358" sldId="279"/>
            <ac:spMk id="4" creationId="{8F2BF49B-30E5-523D-09A2-7C3B8097841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68017358" sldId="279"/>
            <ac:spMk id="5" creationId="{7A2C8952-19D7-05F6-4C02-0E4C2AFB4B27}"/>
          </ac:spMkLst>
        </pc:spChg>
        <pc:graphicFrameChg chg="mod">
          <ac:chgData name="LinMing Fen" userId="6c4d8aa0-1472-4028-a552-e539c729b367" providerId="ADAL" clId="{CE44234C-F2AE-FB47-8E96-28D575BBF6B2}" dt="2025-02-09T14:09:30.179" v="91"/>
          <ac:graphicFrameMkLst>
            <pc:docMk/>
            <pc:sldMk cId="1168017358" sldId="279"/>
            <ac:graphicFrameMk id="3" creationId="{40CEB109-AC22-C7D6-1B83-BF8635F5DB23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2123933410" sldId="280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123933410" sldId="280"/>
            <ac:spMk id="2" creationId="{ADE3E90A-229B-26CB-E6D6-B009CD151538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123933410" sldId="280"/>
            <ac:spMk id="4" creationId="{9B20DAC5-CB98-10FA-8861-78CB33B8834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123933410" sldId="280"/>
            <ac:spMk id="5" creationId="{F146C7F6-87FF-9EEF-85CF-47BB1E844307}"/>
          </ac:spMkLst>
        </pc:spChg>
        <pc:graphicFrameChg chg="mod modGraphic">
          <ac:chgData name="LinMing Fen" userId="6c4d8aa0-1472-4028-a552-e539c729b367" providerId="ADAL" clId="{CE44234C-F2AE-FB47-8E96-28D575BBF6B2}" dt="2025-02-09T14:11:07.538" v="94" actId="14100"/>
          <ac:graphicFrameMkLst>
            <pc:docMk/>
            <pc:sldMk cId="2123933410" sldId="280"/>
            <ac:graphicFrameMk id="3" creationId="{8C47F756-C023-97A6-CA53-9E6679CAC20A}"/>
          </ac:graphicFrameMkLst>
        </pc:graphicFrameChg>
      </pc:sldChg>
      <pc:sldChg chg="modSp add">
        <pc:chgData name="LinMing Fen" userId="6c4d8aa0-1472-4028-a552-e539c729b367" providerId="ADAL" clId="{CE44234C-F2AE-FB47-8E96-28D575BBF6B2}" dt="2025-02-09T14:36:54.770" v="185"/>
        <pc:sldMkLst>
          <pc:docMk/>
          <pc:sldMk cId="3914114961" sldId="281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14114961" sldId="281"/>
            <ac:spMk id="2" creationId="{6A513701-862C-C8F0-A4DF-6812F2FEEFD0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14114961" sldId="281"/>
            <ac:spMk id="4" creationId="{7AEBF422-E4EE-91B8-47CF-15ED3BD5761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14114961" sldId="281"/>
            <ac:spMk id="5" creationId="{32B4DB74-3742-EBF6-3F7A-8D89D7F496DB}"/>
          </ac:spMkLst>
        </pc:spChg>
        <pc:graphicFrameChg chg="mod">
          <ac:chgData name="LinMing Fen" userId="6c4d8aa0-1472-4028-a552-e539c729b367" providerId="ADAL" clId="{CE44234C-F2AE-FB47-8E96-28D575BBF6B2}" dt="2025-02-09T14:11:33.320" v="96"/>
          <ac:graphicFrameMkLst>
            <pc:docMk/>
            <pc:sldMk cId="3914114961" sldId="281"/>
            <ac:graphicFrameMk id="3" creationId="{5DEDE2D9-1941-3028-8759-69AEA37E79AD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23218526" sldId="282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3218526" sldId="282"/>
            <ac:spMk id="2" creationId="{5A8181EA-E5B4-85D4-49C2-7B03B1C161AA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3218526" sldId="282"/>
            <ac:spMk id="4" creationId="{666510EC-9DD5-EAFD-4B51-6FBD48374BC9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3218526" sldId="282"/>
            <ac:spMk id="5" creationId="{6850E46E-0861-B8C9-5991-F0B2CB3D4F38}"/>
          </ac:spMkLst>
        </pc:spChg>
        <pc:graphicFrameChg chg="mod modGraphic">
          <ac:chgData name="LinMing Fen" userId="6c4d8aa0-1472-4028-a552-e539c729b367" providerId="ADAL" clId="{CE44234C-F2AE-FB47-8E96-28D575BBF6B2}" dt="2025-02-09T14:12:14.374" v="99" actId="14100"/>
          <ac:graphicFrameMkLst>
            <pc:docMk/>
            <pc:sldMk cId="23218526" sldId="282"/>
            <ac:graphicFrameMk id="3" creationId="{E4E0AC92-AB79-6783-384A-1B6D2CC1A38A}"/>
          </ac:graphicFrameMkLst>
        </pc:graphicFrameChg>
      </pc:sldChg>
      <pc:sldChg chg="modSp add">
        <pc:chgData name="LinMing Fen" userId="6c4d8aa0-1472-4028-a552-e539c729b367" providerId="ADAL" clId="{CE44234C-F2AE-FB47-8E96-28D575BBF6B2}" dt="2025-02-09T14:36:54.770" v="185"/>
        <pc:sldMkLst>
          <pc:docMk/>
          <pc:sldMk cId="3440680289" sldId="283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440680289" sldId="283"/>
            <ac:spMk id="2" creationId="{1A37C7B3-CF3C-5C89-5A5E-627D16CE0AFB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440680289" sldId="283"/>
            <ac:spMk id="4" creationId="{6257DD95-5C01-A5E4-2D13-5F7914A4290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440680289" sldId="283"/>
            <ac:spMk id="5" creationId="{53EBEF45-EAD9-3252-C1BF-0B5C32CC87B7}"/>
          </ac:spMkLst>
        </pc:spChg>
        <pc:graphicFrameChg chg="mod">
          <ac:chgData name="LinMing Fen" userId="6c4d8aa0-1472-4028-a552-e539c729b367" providerId="ADAL" clId="{CE44234C-F2AE-FB47-8E96-28D575BBF6B2}" dt="2025-02-09T14:12:47.100" v="101"/>
          <ac:graphicFrameMkLst>
            <pc:docMk/>
            <pc:sldMk cId="3440680289" sldId="283"/>
            <ac:graphicFrameMk id="3" creationId="{D6CB5D79-F20C-DB98-FC84-B57D1E13FCA7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2626322731" sldId="284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26322731" sldId="284"/>
            <ac:spMk id="2" creationId="{2555C3C9-AF6E-344F-7856-566A91430B80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26322731" sldId="284"/>
            <ac:spMk id="4" creationId="{1135CAB8-3774-52A8-D973-6AB2A97FC306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26322731" sldId="284"/>
            <ac:spMk id="5" creationId="{1F5C5453-FD3B-CB3B-9B1E-F61AFE7D65AF}"/>
          </ac:spMkLst>
        </pc:spChg>
        <pc:graphicFrameChg chg="mod modGraphic">
          <ac:chgData name="LinMing Fen" userId="6c4d8aa0-1472-4028-a552-e539c729b367" providerId="ADAL" clId="{CE44234C-F2AE-FB47-8E96-28D575BBF6B2}" dt="2025-02-09T14:14:59.082" v="109" actId="20577"/>
          <ac:graphicFrameMkLst>
            <pc:docMk/>
            <pc:sldMk cId="2626322731" sldId="284"/>
            <ac:graphicFrameMk id="3" creationId="{C5374BC5-4A7E-E4B1-5D02-9FF229319475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2683841845" sldId="285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83841845" sldId="285"/>
            <ac:spMk id="2" creationId="{B56A810F-5A83-C24A-392E-79B7A484EDE7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83841845" sldId="285"/>
            <ac:spMk id="4" creationId="{BE8D8C54-7C9D-286C-0228-748229DEFBA7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83841845" sldId="285"/>
            <ac:spMk id="5" creationId="{0DB3733F-4305-D702-4BBF-AB6FCE8977EE}"/>
          </ac:spMkLst>
        </pc:spChg>
        <pc:graphicFrameChg chg="mod modGraphic">
          <ac:chgData name="LinMing Fen" userId="6c4d8aa0-1472-4028-a552-e539c729b367" providerId="ADAL" clId="{CE44234C-F2AE-FB47-8E96-28D575BBF6B2}" dt="2025-02-09T14:15:46.132" v="115" actId="113"/>
          <ac:graphicFrameMkLst>
            <pc:docMk/>
            <pc:sldMk cId="2683841845" sldId="285"/>
            <ac:graphicFrameMk id="3" creationId="{793FDD54-2813-36B6-DD6B-A26843622995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4088763750" sldId="286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88763750" sldId="286"/>
            <ac:spMk id="2" creationId="{D4D4C1C1-5CB3-E9CD-D2E4-103F243E389C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88763750" sldId="286"/>
            <ac:spMk id="4" creationId="{4A42945F-2236-55B0-8F5E-32CAA94A35B9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088763750" sldId="286"/>
            <ac:spMk id="5" creationId="{BD71814A-77CE-EE96-48D7-8DE47BFCCDE1}"/>
          </ac:spMkLst>
        </pc:spChg>
        <pc:graphicFrameChg chg="mod modGraphic">
          <ac:chgData name="LinMing Fen" userId="6c4d8aa0-1472-4028-a552-e539c729b367" providerId="ADAL" clId="{CE44234C-F2AE-FB47-8E96-28D575BBF6B2}" dt="2025-02-09T14:17:15.696" v="119" actId="113"/>
          <ac:graphicFrameMkLst>
            <pc:docMk/>
            <pc:sldMk cId="4088763750" sldId="286"/>
            <ac:graphicFrameMk id="3" creationId="{701E4204-276C-5401-7650-430EC650CF44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1133556190" sldId="287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33556190" sldId="287"/>
            <ac:spMk id="2" creationId="{241649DF-F94B-E748-A146-5996808DDEDA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33556190" sldId="287"/>
            <ac:spMk id="4" creationId="{7FAC1ABE-DFB0-E9CB-217F-9EF69A65A27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33556190" sldId="287"/>
            <ac:spMk id="5" creationId="{5143BC31-2CF1-BD3B-B7CD-7D01B706D5CD}"/>
          </ac:spMkLst>
        </pc:spChg>
        <pc:graphicFrameChg chg="mod modGraphic">
          <ac:chgData name="LinMing Fen" userId="6c4d8aa0-1472-4028-a552-e539c729b367" providerId="ADAL" clId="{CE44234C-F2AE-FB47-8E96-28D575BBF6B2}" dt="2025-02-09T14:17:44.667" v="123" actId="113"/>
          <ac:graphicFrameMkLst>
            <pc:docMk/>
            <pc:sldMk cId="1133556190" sldId="287"/>
            <ac:graphicFrameMk id="3" creationId="{702527F1-800E-5F9A-C1C5-AD6035E29C5F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1178907038" sldId="288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78907038" sldId="288"/>
            <ac:spMk id="2" creationId="{E851904E-FADE-6151-4CB1-0FF08FB383C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78907038" sldId="288"/>
            <ac:spMk id="4" creationId="{F7B9EDBA-8255-22BE-6D91-34E1CCB15A9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178907038" sldId="288"/>
            <ac:spMk id="5" creationId="{34378977-AA48-4581-3F12-768277C10FE0}"/>
          </ac:spMkLst>
        </pc:spChg>
        <pc:graphicFrameChg chg="mod modGraphic">
          <ac:chgData name="LinMing Fen" userId="6c4d8aa0-1472-4028-a552-e539c729b367" providerId="ADAL" clId="{CE44234C-F2AE-FB47-8E96-28D575BBF6B2}" dt="2025-02-09T14:18:17.984" v="128" actId="113"/>
          <ac:graphicFrameMkLst>
            <pc:docMk/>
            <pc:sldMk cId="1178907038" sldId="288"/>
            <ac:graphicFrameMk id="3" creationId="{294AEB89-4A80-73EC-AD98-0A3DE4E5F119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646996986" sldId="289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646996986" sldId="289"/>
            <ac:spMk id="2" creationId="{D05FDCD1-75A2-E2D7-87A8-EBD815872ED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646996986" sldId="289"/>
            <ac:spMk id="4" creationId="{38ED8035-FC2E-810D-1EC4-2D285928CFD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646996986" sldId="289"/>
            <ac:spMk id="5" creationId="{38CA3DEA-784E-E215-E13F-E45096892BC3}"/>
          </ac:spMkLst>
        </pc:spChg>
        <pc:graphicFrameChg chg="mod modGraphic">
          <ac:chgData name="LinMing Fen" userId="6c4d8aa0-1472-4028-a552-e539c729b367" providerId="ADAL" clId="{CE44234C-F2AE-FB47-8E96-28D575BBF6B2}" dt="2025-02-09T14:19:16.298" v="134" actId="20577"/>
          <ac:graphicFrameMkLst>
            <pc:docMk/>
            <pc:sldMk cId="646996986" sldId="289"/>
            <ac:graphicFrameMk id="3" creationId="{ED456CEE-E8B0-8B31-7C91-4DAB94FF3EF7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1679178346" sldId="290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679178346" sldId="290"/>
            <ac:spMk id="2" creationId="{C78D2378-5A7A-2154-62D5-48C83533AB97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679178346" sldId="290"/>
            <ac:spMk id="4" creationId="{5A533E59-1312-17BC-18EC-4206063980F7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679178346" sldId="290"/>
            <ac:spMk id="5" creationId="{A91B7E66-E786-918F-5FA9-761942C21D16}"/>
          </ac:spMkLst>
        </pc:spChg>
        <pc:graphicFrameChg chg="mod modGraphic">
          <ac:chgData name="LinMing Fen" userId="6c4d8aa0-1472-4028-a552-e539c729b367" providerId="ADAL" clId="{CE44234C-F2AE-FB47-8E96-28D575BBF6B2}" dt="2025-02-09T14:19:48.051" v="139" actId="113"/>
          <ac:graphicFrameMkLst>
            <pc:docMk/>
            <pc:sldMk cId="1679178346" sldId="290"/>
            <ac:graphicFrameMk id="3" creationId="{3A30E242-50F9-6792-9A5E-1AF3142A5C84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1810064297" sldId="291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810064297" sldId="291"/>
            <ac:spMk id="2" creationId="{BD3F3486-AEDE-D27C-1CC7-6C7F2B2A59E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810064297" sldId="291"/>
            <ac:spMk id="4" creationId="{2AA7A7E3-40DA-02C3-499E-161795CC4EC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810064297" sldId="291"/>
            <ac:spMk id="5" creationId="{17811839-C14B-7BC8-5222-00D8EBBCF59D}"/>
          </ac:spMkLst>
        </pc:spChg>
        <pc:graphicFrameChg chg="mod modGraphic">
          <ac:chgData name="LinMing Fen" userId="6c4d8aa0-1472-4028-a552-e539c729b367" providerId="ADAL" clId="{CE44234C-F2AE-FB47-8E96-28D575BBF6B2}" dt="2025-02-09T14:20:17.960" v="143" actId="113"/>
          <ac:graphicFrameMkLst>
            <pc:docMk/>
            <pc:sldMk cId="1810064297" sldId="291"/>
            <ac:graphicFrameMk id="3" creationId="{46C01688-AF6D-F23D-536F-BAD440F4B62F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701034293" sldId="292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701034293" sldId="292"/>
            <ac:spMk id="2" creationId="{99C9124C-7573-4077-66C7-8B305BC1FEC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701034293" sldId="292"/>
            <ac:spMk id="4" creationId="{E6F11068-D7E0-BF94-BF36-15BB6D773725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701034293" sldId="292"/>
            <ac:spMk id="5" creationId="{B397592F-0855-DB75-DF7A-E7192C77977F}"/>
          </ac:spMkLst>
        </pc:spChg>
        <pc:graphicFrameChg chg="mod modGraphic">
          <ac:chgData name="LinMing Fen" userId="6c4d8aa0-1472-4028-a552-e539c729b367" providerId="ADAL" clId="{CE44234C-F2AE-FB47-8E96-28D575BBF6B2}" dt="2025-02-09T14:20:45.926" v="147" actId="113"/>
          <ac:graphicFrameMkLst>
            <pc:docMk/>
            <pc:sldMk cId="701034293" sldId="292"/>
            <ac:graphicFrameMk id="3" creationId="{A2AC35B2-C5FD-3743-2481-EAAD7AA7C238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3638323213" sldId="293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638323213" sldId="293"/>
            <ac:spMk id="2" creationId="{65D0137F-335E-E6E9-C12D-1B0A97D167A2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638323213" sldId="293"/>
            <ac:spMk id="4" creationId="{650F1C76-A4A6-66ED-3C21-7322BE7AFB6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638323213" sldId="293"/>
            <ac:spMk id="5" creationId="{8A885C58-6F9F-C93D-CDCE-F489CBEDC16C}"/>
          </ac:spMkLst>
        </pc:spChg>
        <pc:graphicFrameChg chg="mod modGraphic">
          <ac:chgData name="LinMing Fen" userId="6c4d8aa0-1472-4028-a552-e539c729b367" providerId="ADAL" clId="{CE44234C-F2AE-FB47-8E96-28D575BBF6B2}" dt="2025-02-09T14:22:31.186" v="151" actId="113"/>
          <ac:graphicFrameMkLst>
            <pc:docMk/>
            <pc:sldMk cId="3638323213" sldId="293"/>
            <ac:graphicFrameMk id="3" creationId="{6C44AE15-6B64-49D4-1AC3-A05F89B7C225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3229608899" sldId="294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229608899" sldId="294"/>
            <ac:spMk id="2" creationId="{EE200EF2-005E-32A8-7925-4FB83A6D686A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229608899" sldId="294"/>
            <ac:spMk id="4" creationId="{FEA7EE70-ECCC-C5E5-ECB9-E81D5236620A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229608899" sldId="294"/>
            <ac:spMk id="5" creationId="{1AE67A1C-B500-0782-C5A2-7B1407AB1A6E}"/>
          </ac:spMkLst>
        </pc:spChg>
        <pc:graphicFrameChg chg="mod modGraphic">
          <ac:chgData name="LinMing Fen" userId="6c4d8aa0-1472-4028-a552-e539c729b367" providerId="ADAL" clId="{CE44234C-F2AE-FB47-8E96-28D575BBF6B2}" dt="2025-02-09T14:23:05.975" v="157" actId="20577"/>
          <ac:graphicFrameMkLst>
            <pc:docMk/>
            <pc:sldMk cId="3229608899" sldId="294"/>
            <ac:graphicFrameMk id="3" creationId="{C75E137D-9D39-7D58-0E12-34ED414424A0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3964235816" sldId="295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64235816" sldId="295"/>
            <ac:spMk id="2" creationId="{D392B147-1387-E2E7-276D-D54900D7E471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64235816" sldId="295"/>
            <ac:spMk id="4" creationId="{35E032AC-1D30-A7F0-94AC-D853ED4C4301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3964235816" sldId="295"/>
            <ac:spMk id="5" creationId="{4C280D3D-2C42-C2D7-9A49-DFF02B09ABE3}"/>
          </ac:spMkLst>
        </pc:spChg>
        <pc:graphicFrameChg chg="mod modGraphic">
          <ac:chgData name="LinMing Fen" userId="6c4d8aa0-1472-4028-a552-e539c729b367" providerId="ADAL" clId="{CE44234C-F2AE-FB47-8E96-28D575BBF6B2}" dt="2025-02-09T14:23:33.571" v="162" actId="113"/>
          <ac:graphicFrameMkLst>
            <pc:docMk/>
            <pc:sldMk cId="3964235816" sldId="295"/>
            <ac:graphicFrameMk id="3" creationId="{7372064C-85EB-5D2D-040A-32F2651FB8BD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2670666184" sldId="296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70666184" sldId="296"/>
            <ac:spMk id="2" creationId="{E64D5432-D16E-2B90-F4AF-251138D3315D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70666184" sldId="296"/>
            <ac:spMk id="4" creationId="{7D4F0A18-1A8C-DF8E-175B-E1893D42DBE2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2670666184" sldId="296"/>
            <ac:spMk id="5" creationId="{2862A8D9-C951-935B-9E19-1059E67C2967}"/>
          </ac:spMkLst>
        </pc:spChg>
        <pc:graphicFrameChg chg="mod modGraphic">
          <ac:chgData name="LinMing Fen" userId="6c4d8aa0-1472-4028-a552-e539c729b367" providerId="ADAL" clId="{CE44234C-F2AE-FB47-8E96-28D575BBF6B2}" dt="2025-02-09T14:24:01.622" v="166" actId="113"/>
          <ac:graphicFrameMkLst>
            <pc:docMk/>
            <pc:sldMk cId="2670666184" sldId="296"/>
            <ac:graphicFrameMk id="3" creationId="{585D3C63-272F-30F4-4878-8CB998D186A3}"/>
          </ac:graphicFrameMkLst>
        </pc:graphicFrameChg>
      </pc:sldChg>
      <pc:sldChg chg="modSp add del mod">
        <pc:chgData name="LinMing Fen" userId="6c4d8aa0-1472-4028-a552-e539c729b367" providerId="ADAL" clId="{CE44234C-F2AE-FB47-8E96-28D575BBF6B2}" dt="2025-02-09T14:36:54.770" v="185"/>
        <pc:sldMkLst>
          <pc:docMk/>
          <pc:sldMk cId="4286720969" sldId="297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286720969" sldId="297"/>
            <ac:spMk id="2" creationId="{E8C0AC4F-66F4-E43F-7439-5AC84215D2C2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286720969" sldId="297"/>
            <ac:spMk id="4" creationId="{E19D90CB-C3D4-3B79-8819-ED2B256B10E0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4286720969" sldId="297"/>
            <ac:spMk id="5" creationId="{1C3B0A56-0D55-E38B-0C99-6BD8C1FFD3BD}"/>
          </ac:spMkLst>
        </pc:spChg>
        <pc:graphicFrameChg chg="mod modGraphic">
          <ac:chgData name="LinMing Fen" userId="6c4d8aa0-1472-4028-a552-e539c729b367" providerId="ADAL" clId="{CE44234C-F2AE-FB47-8E96-28D575BBF6B2}" dt="2025-02-09T14:24:33.285" v="171" actId="113"/>
          <ac:graphicFrameMkLst>
            <pc:docMk/>
            <pc:sldMk cId="4286720969" sldId="297"/>
            <ac:graphicFrameMk id="3" creationId="{C804B8E4-3406-8522-4716-141898AF77F5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1228382974" sldId="298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228382974" sldId="298"/>
            <ac:spMk id="2" creationId="{055DC802-9A79-C71D-6BB9-8A9BC48741C7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228382974" sldId="298"/>
            <ac:spMk id="4" creationId="{9D436DC3-817F-36BB-3600-3851059D799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1228382974" sldId="298"/>
            <ac:spMk id="5" creationId="{3E0390A7-38EF-0053-B106-D57B18575A7A}"/>
          </ac:spMkLst>
        </pc:spChg>
        <pc:graphicFrameChg chg="mod modGraphic">
          <ac:chgData name="LinMing Fen" userId="6c4d8aa0-1472-4028-a552-e539c729b367" providerId="ADAL" clId="{CE44234C-F2AE-FB47-8E96-28D575BBF6B2}" dt="2025-02-09T14:29:17.670" v="177" actId="113"/>
          <ac:graphicFrameMkLst>
            <pc:docMk/>
            <pc:sldMk cId="1228382974" sldId="298"/>
            <ac:graphicFrameMk id="3" creationId="{7ADEA253-2DBD-4B1F-C3A4-DB0B1DE7735F}"/>
          </ac:graphicFrameMkLst>
        </pc:graphicFrameChg>
      </pc:sldChg>
      <pc:sldChg chg="modSp add mod">
        <pc:chgData name="LinMing Fen" userId="6c4d8aa0-1472-4028-a552-e539c729b367" providerId="ADAL" clId="{CE44234C-F2AE-FB47-8E96-28D575BBF6B2}" dt="2025-02-09T14:36:54.770" v="185"/>
        <pc:sldMkLst>
          <pc:docMk/>
          <pc:sldMk cId="515142876" sldId="299"/>
        </pc:sldMkLst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515142876" sldId="299"/>
            <ac:spMk id="2" creationId="{E2C8C393-5C3D-861F-40C1-0CCE5C3CA1BF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515142876" sldId="299"/>
            <ac:spMk id="4" creationId="{F400B9FC-75F4-D28F-BBE5-4BED45575C63}"/>
          </ac:spMkLst>
        </pc:spChg>
        <pc:spChg chg="mod">
          <ac:chgData name="LinMing Fen" userId="6c4d8aa0-1472-4028-a552-e539c729b367" providerId="ADAL" clId="{CE44234C-F2AE-FB47-8E96-28D575BBF6B2}" dt="2025-02-09T14:36:54.770" v="185"/>
          <ac:spMkLst>
            <pc:docMk/>
            <pc:sldMk cId="515142876" sldId="299"/>
            <ac:spMk id="5" creationId="{3E9ED761-EA78-7430-8862-B1806C879006}"/>
          </ac:spMkLst>
        </pc:spChg>
        <pc:graphicFrameChg chg="mod modGraphic">
          <ac:chgData name="LinMing Fen" userId="6c4d8aa0-1472-4028-a552-e539c729b367" providerId="ADAL" clId="{CE44234C-F2AE-FB47-8E96-28D575BBF6B2}" dt="2025-02-09T14:29:43.699" v="182" actId="20577"/>
          <ac:graphicFrameMkLst>
            <pc:docMk/>
            <pc:sldMk cId="515142876" sldId="299"/>
            <ac:graphicFrameMk id="3" creationId="{9C5AF5DC-6D55-7DD5-0114-4FDFDC4C6845}"/>
          </ac:graphicFrameMkLst>
        </pc:graphicFrameChg>
      </pc:sldChg>
      <pc:sldChg chg="addSp delSp modSp new mod setBg">
        <pc:chgData name="LinMing Fen" userId="6c4d8aa0-1472-4028-a552-e539c729b367" providerId="ADAL" clId="{CE44234C-F2AE-FB47-8E96-28D575BBF6B2}" dt="2025-02-09T14:39:09.036" v="243" actId="1076"/>
        <pc:sldMkLst>
          <pc:docMk/>
          <pc:sldMk cId="3677299518" sldId="300"/>
        </pc:sldMkLst>
        <pc:spChg chg="mod">
          <ac:chgData name="LinMing Fen" userId="6c4d8aa0-1472-4028-a552-e539c729b367" providerId="ADAL" clId="{CE44234C-F2AE-FB47-8E96-28D575BBF6B2}" dt="2025-02-09T14:39:09.036" v="243" actId="1076"/>
          <ac:spMkLst>
            <pc:docMk/>
            <pc:sldMk cId="3677299518" sldId="300"/>
            <ac:spMk id="2" creationId="{43BD0272-E015-CD3B-9A8A-556D1FF050DD}"/>
          </ac:spMkLst>
        </pc:spChg>
        <pc:spChg chg="del mod">
          <ac:chgData name="LinMing Fen" userId="6c4d8aa0-1472-4028-a552-e539c729b367" providerId="ADAL" clId="{CE44234C-F2AE-FB47-8E96-28D575BBF6B2}" dt="2025-02-09T14:37:01.843" v="186" actId="26606"/>
          <ac:spMkLst>
            <pc:docMk/>
            <pc:sldMk cId="3677299518" sldId="300"/>
            <ac:spMk id="3" creationId="{595EF90C-899A-121C-E1DB-23CE3F97A087}"/>
          </ac:spMkLst>
        </pc:spChg>
        <pc:spChg chg="mod">
          <ac:chgData name="LinMing Fen" userId="6c4d8aa0-1472-4028-a552-e539c729b367" providerId="ADAL" clId="{CE44234C-F2AE-FB47-8E96-28D575BBF6B2}" dt="2025-02-09T14:38:41.812" v="241" actId="20577"/>
          <ac:spMkLst>
            <pc:docMk/>
            <pc:sldMk cId="3677299518" sldId="300"/>
            <ac:spMk id="4" creationId="{AC01CA96-4A40-FA01-6547-0B77C63F19AC}"/>
          </ac:spMkLst>
        </pc:spChg>
        <pc:spChg chg="mod ord">
          <ac:chgData name="LinMing Fen" userId="6c4d8aa0-1472-4028-a552-e539c729b367" providerId="ADAL" clId="{CE44234C-F2AE-FB47-8E96-28D575BBF6B2}" dt="2025-02-09T14:37:01.843" v="186" actId="26606"/>
          <ac:spMkLst>
            <pc:docMk/>
            <pc:sldMk cId="3677299518" sldId="300"/>
            <ac:spMk id="5" creationId="{9D4D9832-8F06-D481-526C-388B9A1EF815}"/>
          </ac:spMkLst>
        </pc:spChg>
        <pc:spChg chg="add">
          <ac:chgData name="LinMing Fen" userId="6c4d8aa0-1472-4028-a552-e539c729b367" providerId="ADAL" clId="{CE44234C-F2AE-FB47-8E96-28D575BBF6B2}" dt="2025-02-09T14:37:01.843" v="186" actId="26606"/>
          <ac:spMkLst>
            <pc:docMk/>
            <pc:sldMk cId="3677299518" sldId="300"/>
            <ac:spMk id="36" creationId="{6BDBA639-2A71-4A60-A71A-FF1836F546CE}"/>
          </ac:spMkLst>
        </pc:spChg>
        <pc:spChg chg="add">
          <ac:chgData name="LinMing Fen" userId="6c4d8aa0-1472-4028-a552-e539c729b367" providerId="ADAL" clId="{CE44234C-F2AE-FB47-8E96-28D575BBF6B2}" dt="2025-02-09T14:37:01.843" v="186" actId="26606"/>
          <ac:spMkLst>
            <pc:docMk/>
            <pc:sldMk cId="3677299518" sldId="300"/>
            <ac:spMk id="59" creationId="{D9C506D7-84CB-4057-A44A-465313E78538}"/>
          </ac:spMkLst>
        </pc:spChg>
        <pc:spChg chg="add">
          <ac:chgData name="LinMing Fen" userId="6c4d8aa0-1472-4028-a552-e539c729b367" providerId="ADAL" clId="{CE44234C-F2AE-FB47-8E96-28D575BBF6B2}" dt="2025-02-09T14:37:01.843" v="186" actId="26606"/>
          <ac:spMkLst>
            <pc:docMk/>
            <pc:sldMk cId="3677299518" sldId="300"/>
            <ac:spMk id="61" creationId="{7842FC68-61FD-4700-8A22-BB8B071884DB}"/>
          </ac:spMkLst>
        </pc:spChg>
        <pc:grpChg chg="add">
          <ac:chgData name="LinMing Fen" userId="6c4d8aa0-1472-4028-a552-e539c729b367" providerId="ADAL" clId="{CE44234C-F2AE-FB47-8E96-28D575BBF6B2}" dt="2025-02-09T14:37:01.843" v="186" actId="26606"/>
          <ac:grpSpMkLst>
            <pc:docMk/>
            <pc:sldMk cId="3677299518" sldId="300"/>
            <ac:grpSpMk id="10" creationId="{84DB7353-7D7A-431B-A5B6-A3845E6F2BB2}"/>
          </ac:grpSpMkLst>
        </pc:grpChg>
        <pc:grpChg chg="add">
          <ac:chgData name="LinMing Fen" userId="6c4d8aa0-1472-4028-a552-e539c729b367" providerId="ADAL" clId="{CE44234C-F2AE-FB47-8E96-28D575BBF6B2}" dt="2025-02-09T14:37:01.843" v="186" actId="26606"/>
          <ac:grpSpMkLst>
            <pc:docMk/>
            <pc:sldMk cId="3677299518" sldId="300"/>
            <ac:grpSpMk id="31" creationId="{1B24766B-81CA-44C7-BF11-77A12BA42411}"/>
          </ac:grpSpMkLst>
        </pc:grpChg>
        <pc:grpChg chg="add">
          <ac:chgData name="LinMing Fen" userId="6c4d8aa0-1472-4028-a552-e539c729b367" providerId="ADAL" clId="{CE44234C-F2AE-FB47-8E96-28D575BBF6B2}" dt="2025-02-09T14:37:01.843" v="186" actId="26606"/>
          <ac:grpSpMkLst>
            <pc:docMk/>
            <pc:sldMk cId="3677299518" sldId="300"/>
            <ac:grpSpMk id="38" creationId="{5E208A8B-5EBD-4532-BE72-26414FA7CFF6}"/>
          </ac:grpSpMkLst>
        </pc:grpChg>
      </pc:sldChg>
      <pc:sldChg chg="add del">
        <pc:chgData name="LinMing Fen" userId="6c4d8aa0-1472-4028-a552-e539c729b367" providerId="ADAL" clId="{CE44234C-F2AE-FB47-8E96-28D575BBF6B2}" dt="2025-02-09T15:04:58.496" v="520" actId="2696"/>
        <pc:sldMkLst>
          <pc:docMk/>
          <pc:sldMk cId="3482893674" sldId="301"/>
        </pc:sldMkLst>
      </pc:sldChg>
      <pc:sldChg chg="modSp add mod">
        <pc:chgData name="LinMing Fen" userId="6c4d8aa0-1472-4028-a552-e539c729b367" providerId="ADAL" clId="{CE44234C-F2AE-FB47-8E96-28D575BBF6B2}" dt="2025-02-09T15:04:39.596" v="519" actId="14100"/>
        <pc:sldMkLst>
          <pc:docMk/>
          <pc:sldMk cId="556291866" sldId="302"/>
        </pc:sldMkLst>
        <pc:graphicFrameChg chg="modGraphic">
          <ac:chgData name="LinMing Fen" userId="6c4d8aa0-1472-4028-a552-e539c729b367" providerId="ADAL" clId="{CE44234C-F2AE-FB47-8E96-28D575BBF6B2}" dt="2025-02-09T15:04:39.596" v="519" actId="14100"/>
          <ac:graphicFrameMkLst>
            <pc:docMk/>
            <pc:sldMk cId="556291866" sldId="302"/>
            <ac:graphicFrameMk id="3" creationId="{E24C7BC0-8D89-5C5A-1817-DBD9DBDB74BD}"/>
          </ac:graphicFrameMkLst>
        </pc:graphicFrameChg>
      </pc:sldChg>
      <pc:sldChg chg="addSp delSp modSp new mod ord">
        <pc:chgData name="LinMing Fen" userId="6c4d8aa0-1472-4028-a552-e539c729b367" providerId="ADAL" clId="{CE44234C-F2AE-FB47-8E96-28D575BBF6B2}" dt="2025-02-09T15:03:09.517" v="514" actId="20577"/>
        <pc:sldMkLst>
          <pc:docMk/>
          <pc:sldMk cId="2343104129" sldId="303"/>
        </pc:sldMkLst>
        <pc:spChg chg="mod">
          <ac:chgData name="LinMing Fen" userId="6c4d8aa0-1472-4028-a552-e539c729b367" providerId="ADAL" clId="{CE44234C-F2AE-FB47-8E96-28D575BBF6B2}" dt="2025-02-09T15:02:43.923" v="502" actId="255"/>
          <ac:spMkLst>
            <pc:docMk/>
            <pc:sldMk cId="2343104129" sldId="303"/>
            <ac:spMk id="2" creationId="{0A4109C3-BEE9-7018-200F-02B4E2076EC2}"/>
          </ac:spMkLst>
        </pc:spChg>
        <pc:spChg chg="del">
          <ac:chgData name="LinMing Fen" userId="6c4d8aa0-1472-4028-a552-e539c729b367" providerId="ADAL" clId="{CE44234C-F2AE-FB47-8E96-28D575BBF6B2}" dt="2025-02-09T14:54:26.007" v="307"/>
          <ac:spMkLst>
            <pc:docMk/>
            <pc:sldMk cId="2343104129" sldId="303"/>
            <ac:spMk id="3" creationId="{434DE553-0208-F5F5-4049-32E7A7DC577F}"/>
          </ac:spMkLst>
        </pc:spChg>
        <pc:spChg chg="add mod">
          <ac:chgData name="LinMing Fen" userId="6c4d8aa0-1472-4028-a552-e539c729b367" providerId="ADAL" clId="{CE44234C-F2AE-FB47-8E96-28D575BBF6B2}" dt="2025-02-09T15:00:58.951" v="345" actId="1076"/>
          <ac:spMkLst>
            <pc:docMk/>
            <pc:sldMk cId="2343104129" sldId="303"/>
            <ac:spMk id="10" creationId="{AB8FDFD7-55AE-942B-CAE8-1891C359AB17}"/>
          </ac:spMkLst>
        </pc:spChg>
        <pc:spChg chg="add mod">
          <ac:chgData name="LinMing Fen" userId="6c4d8aa0-1472-4028-a552-e539c729b367" providerId="ADAL" clId="{CE44234C-F2AE-FB47-8E96-28D575BBF6B2}" dt="2025-02-09T15:02:33.453" v="500"/>
          <ac:spMkLst>
            <pc:docMk/>
            <pc:sldMk cId="2343104129" sldId="303"/>
            <ac:spMk id="12" creationId="{BD15FEE3-0B2A-A7D4-AF85-BD4C050DE9EB}"/>
          </ac:spMkLst>
        </pc:spChg>
        <pc:spChg chg="add mod">
          <ac:chgData name="LinMing Fen" userId="6c4d8aa0-1472-4028-a552-e539c729b367" providerId="ADAL" clId="{CE44234C-F2AE-FB47-8E96-28D575BBF6B2}" dt="2025-02-09T15:02:33.453" v="500"/>
          <ac:spMkLst>
            <pc:docMk/>
            <pc:sldMk cId="2343104129" sldId="303"/>
            <ac:spMk id="13" creationId="{9F450AA3-2FE4-233A-4DCB-EA89604C2174}"/>
          </ac:spMkLst>
        </pc:spChg>
        <pc:grpChg chg="add mod">
          <ac:chgData name="LinMing Fen" userId="6c4d8aa0-1472-4028-a552-e539c729b367" providerId="ADAL" clId="{CE44234C-F2AE-FB47-8E96-28D575BBF6B2}" dt="2025-02-09T15:02:33.453" v="500"/>
          <ac:grpSpMkLst>
            <pc:docMk/>
            <pc:sldMk cId="2343104129" sldId="303"/>
            <ac:grpSpMk id="11" creationId="{1810C3C1-CE6A-6115-1198-B9B5725698E6}"/>
          </ac:grpSpMkLst>
        </pc:grpChg>
        <pc:graphicFrameChg chg="add mod">
          <ac:chgData name="LinMing Fen" userId="6c4d8aa0-1472-4028-a552-e539c729b367" providerId="ADAL" clId="{CE44234C-F2AE-FB47-8E96-28D575BBF6B2}" dt="2025-02-09T14:56:14.992" v="309"/>
          <ac:graphicFrameMkLst>
            <pc:docMk/>
            <pc:sldMk cId="2343104129" sldId="303"/>
            <ac:graphicFrameMk id="7" creationId="{2E0678DE-78D7-064F-49CB-D9F4AA5FA5FB}"/>
          </ac:graphicFrameMkLst>
        </pc:graphicFrameChg>
        <pc:graphicFrameChg chg="add mod">
          <ac:chgData name="LinMing Fen" userId="6c4d8aa0-1472-4028-a552-e539c729b367" providerId="ADAL" clId="{CE44234C-F2AE-FB47-8E96-28D575BBF6B2}" dt="2025-02-09T15:03:09.517" v="514" actId="20577"/>
          <ac:graphicFrameMkLst>
            <pc:docMk/>
            <pc:sldMk cId="2343104129" sldId="303"/>
            <ac:graphicFrameMk id="14" creationId="{D83D3FEF-2DC0-EC82-DBFE-23253D77DBDD}"/>
          </ac:graphicFrameMkLst>
        </pc:graphicFrameChg>
        <pc:picChg chg="add mod modCrop">
          <ac:chgData name="LinMing Fen" userId="6c4d8aa0-1472-4028-a552-e539c729b367" providerId="ADAL" clId="{CE44234C-F2AE-FB47-8E96-28D575BBF6B2}" dt="2025-02-09T14:59:25.024" v="321" actId="1076"/>
          <ac:picMkLst>
            <pc:docMk/>
            <pc:sldMk cId="2343104129" sldId="303"/>
            <ac:picMk id="9" creationId="{0C9B8F8F-4740-6252-53F0-D3C8A3C68976}"/>
          </ac:picMkLst>
        </pc:picChg>
      </pc:sldChg>
      <pc:sldChg chg="new del">
        <pc:chgData name="LinMing Fen" userId="6c4d8aa0-1472-4028-a552-e539c729b367" providerId="ADAL" clId="{CE44234C-F2AE-FB47-8E96-28D575BBF6B2}" dt="2025-02-09T14:48:17.703" v="254" actId="680"/>
        <pc:sldMkLst>
          <pc:docMk/>
          <pc:sldMk cId="3363210386" sldId="303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寫作活動說明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62FA150D-E08A-4442-929B-5EF6F94FDA7A}" type="doc">
      <dgm:prSet loTypeId="urn:microsoft.com/office/officeart/2005/8/layout/hChevron3" loCatId="" qsTypeId="urn:microsoft.com/office/officeart/2005/8/quickstyle/simple1" qsCatId="simple" csTypeId="urn:microsoft.com/office/officeart/2005/8/colors/accent1_2" csCatId="accent1" phldr="1"/>
      <dgm:spPr/>
    </dgm:pt>
    <dgm:pt modelId="{D4BD7400-35C2-FF41-A847-568F57E2E292}">
      <dgm:prSet phldrT="[文字]"/>
      <dgm:spPr/>
      <dgm:t>
        <a:bodyPr/>
        <a:lstStyle/>
        <a:p>
          <a:r>
            <a:rPr kumimoji="1" lang="zh-TW" altLang="en-US" b="1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>
            <a:latin typeface="Heiti TC Medium" pitchFamily="2" charset="-128"/>
            <a:ea typeface="Heiti TC Medium" pitchFamily="2" charset="-128"/>
          </a:endParaRPr>
        </a:p>
      </dgm:t>
    </dgm:pt>
    <dgm:pt modelId="{1A7DDF3C-93ED-3C48-BB43-9E0A045392F3}" type="par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558EC060-4CEC-4544-9983-A2156091D542}" type="sibTrans" cxnId="{A55363D0-34D7-4247-A91F-F9EBB39C6D46}">
      <dgm:prSet/>
      <dgm:spPr/>
      <dgm:t>
        <a:bodyPr/>
        <a:lstStyle/>
        <a:p>
          <a:endParaRPr lang="zh-TW" altLang="en-US"/>
        </a:p>
      </dgm:t>
    </dgm:pt>
    <dgm:pt modelId="{092F19C1-6AEC-694E-BD4F-DADB0B77A653}">
      <dgm:prSet phldrT="[文字]"/>
      <dgm:spPr/>
      <dgm:t>
        <a:bodyPr/>
        <a:lstStyle/>
        <a:p>
          <a:r>
            <a:rPr lang="zh-TW" altLang="en-US" b="1">
              <a:latin typeface="HEITI TC MEDIUM" pitchFamily="2" charset="-128"/>
              <a:ea typeface="HEITI TC MEDIUM" pitchFamily="2" charset="-128"/>
            </a:rPr>
            <a:t>學生作品發表</a:t>
          </a:r>
        </a:p>
      </dgm:t>
    </dgm:pt>
    <dgm:pt modelId="{F9CF63C0-0E86-D940-AFD5-63C29B57581C}" type="par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F8B38B5D-1C81-5145-A8A6-9FDABAE057E7}" type="sibTrans" cxnId="{1BC78631-6799-B04C-9031-AB458D588073}">
      <dgm:prSet/>
      <dgm:spPr/>
      <dgm:t>
        <a:bodyPr/>
        <a:lstStyle/>
        <a:p>
          <a:endParaRPr lang="zh-TW" altLang="en-US"/>
        </a:p>
      </dgm:t>
    </dgm:pt>
    <dgm:pt modelId="{32CFC1FC-D6F7-B74E-B9AB-475F0D3D9D72}" type="pres">
      <dgm:prSet presAssocID="{62FA150D-E08A-4442-929B-5EF6F94FDA7A}" presName="Name0" presStyleCnt="0">
        <dgm:presLayoutVars>
          <dgm:dir/>
          <dgm:resizeHandles val="exact"/>
        </dgm:presLayoutVars>
      </dgm:prSet>
      <dgm:spPr/>
    </dgm:pt>
    <dgm:pt modelId="{93B68BDD-6C97-9A48-9B33-B87C83FC3FE4}" type="pres">
      <dgm:prSet presAssocID="{D4BD7400-35C2-FF41-A847-568F57E2E292}" presName="parTxOnly" presStyleLbl="node1" presStyleIdx="0" presStyleCnt="2">
        <dgm:presLayoutVars>
          <dgm:bulletEnabled val="1"/>
        </dgm:presLayoutVars>
      </dgm:prSet>
      <dgm:spPr/>
    </dgm:pt>
    <dgm:pt modelId="{EA343917-BB7A-924D-8039-702447F50717}" type="pres">
      <dgm:prSet presAssocID="{558EC060-4CEC-4544-9983-A2156091D542}" presName="parSpace" presStyleCnt="0"/>
      <dgm:spPr/>
    </dgm:pt>
    <dgm:pt modelId="{A66FE8B4-CCC4-BE4C-88CC-F87AD269E5EE}" type="pres">
      <dgm:prSet presAssocID="{092F19C1-6AEC-694E-BD4F-DADB0B77A653}" presName="parTxOnly" presStyleLbl="node1" presStyleIdx="1" presStyleCnt="2">
        <dgm:presLayoutVars>
          <dgm:bulletEnabled val="1"/>
        </dgm:presLayoutVars>
      </dgm:prSet>
      <dgm:spPr/>
    </dgm:pt>
  </dgm:ptLst>
  <dgm:cxnLst>
    <dgm:cxn modelId="{76B4CA22-C39C-E846-BA80-5667EE515E88}" type="presOf" srcId="{092F19C1-6AEC-694E-BD4F-DADB0B77A653}" destId="{A66FE8B4-CCC4-BE4C-88CC-F87AD269E5EE}" srcOrd="0" destOrd="0" presId="urn:microsoft.com/office/officeart/2005/8/layout/hChevron3"/>
    <dgm:cxn modelId="{1BC78631-6799-B04C-9031-AB458D588073}" srcId="{62FA150D-E08A-4442-929B-5EF6F94FDA7A}" destId="{092F19C1-6AEC-694E-BD4F-DADB0B77A653}" srcOrd="1" destOrd="0" parTransId="{F9CF63C0-0E86-D940-AFD5-63C29B57581C}" sibTransId="{F8B38B5D-1C81-5145-A8A6-9FDABAE057E7}"/>
    <dgm:cxn modelId="{393AC26F-032A-C549-BCF7-B72468B91661}" type="presOf" srcId="{62FA150D-E08A-4442-929B-5EF6F94FDA7A}" destId="{32CFC1FC-D6F7-B74E-B9AB-475F0D3D9D72}" srcOrd="0" destOrd="0" presId="urn:microsoft.com/office/officeart/2005/8/layout/hChevron3"/>
    <dgm:cxn modelId="{42F05F7F-B0BE-ED4F-9224-C6B4074931D9}" type="presOf" srcId="{D4BD7400-35C2-FF41-A847-568F57E2E292}" destId="{93B68BDD-6C97-9A48-9B33-B87C83FC3FE4}" srcOrd="0" destOrd="0" presId="urn:microsoft.com/office/officeart/2005/8/layout/hChevron3"/>
    <dgm:cxn modelId="{A55363D0-34D7-4247-A91F-F9EBB39C6D46}" srcId="{62FA150D-E08A-4442-929B-5EF6F94FDA7A}" destId="{D4BD7400-35C2-FF41-A847-568F57E2E292}" srcOrd="0" destOrd="0" parTransId="{1A7DDF3C-93ED-3C48-BB43-9E0A045392F3}" sibTransId="{558EC060-4CEC-4544-9983-A2156091D542}"/>
    <dgm:cxn modelId="{2FC24175-0EBC-984C-862E-3132681C22DB}" type="presParOf" srcId="{32CFC1FC-D6F7-B74E-B9AB-475F0D3D9D72}" destId="{93B68BDD-6C97-9A48-9B33-B87C83FC3FE4}" srcOrd="0" destOrd="0" presId="urn:microsoft.com/office/officeart/2005/8/layout/hChevron3"/>
    <dgm:cxn modelId="{D6FEF6D3-C8B4-A647-8E06-7107CBB4E643}" type="presParOf" srcId="{32CFC1FC-D6F7-B74E-B9AB-475F0D3D9D72}" destId="{EA343917-BB7A-924D-8039-702447F50717}" srcOrd="1" destOrd="0" presId="urn:microsoft.com/office/officeart/2005/8/layout/hChevron3"/>
    <dgm:cxn modelId="{09592880-D416-624B-B741-FAD444ED0F66}" type="presParOf" srcId="{32CFC1FC-D6F7-B74E-B9AB-475F0D3D9D72}" destId="{A66FE8B4-CCC4-BE4C-88CC-F87AD269E5EE}" srcOrd="2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寫作活動說明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B68BDD-6C97-9A48-9B33-B87C83FC3FE4}">
      <dsp:nvSpPr>
        <dsp:cNvPr id="0" name=""/>
        <dsp:cNvSpPr/>
      </dsp:nvSpPr>
      <dsp:spPr>
        <a:xfrm>
          <a:off x="9525" y="0"/>
          <a:ext cx="6762749" cy="780198"/>
        </a:xfrm>
        <a:prstGeom prst="homePlat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692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zh-TW" altLang="en-US" sz="3800" b="1" kern="1200">
              <a:latin typeface="HEITI TC MEDIUM" pitchFamily="2" charset="-128"/>
              <a:ea typeface="HEITI TC MEDIUM" pitchFamily="2" charset="-128"/>
            </a:rPr>
            <a:t>寫作活動分享</a:t>
          </a:r>
          <a:endParaRPr lang="zh-TW" altLang="en-US" sz="3800" kern="1200">
            <a:latin typeface="Heiti TC Medium" pitchFamily="2" charset="-128"/>
            <a:ea typeface="Heiti TC Medium" pitchFamily="2" charset="-128"/>
          </a:endParaRPr>
        </a:p>
      </dsp:txBody>
      <dsp:txXfrm>
        <a:off x="9525" y="0"/>
        <a:ext cx="6567700" cy="780198"/>
      </dsp:txXfrm>
    </dsp:sp>
    <dsp:sp modelId="{A66FE8B4-CCC4-BE4C-88CC-F87AD269E5EE}">
      <dsp:nvSpPr>
        <dsp:cNvPr id="0" name=""/>
        <dsp:cNvSpPr/>
      </dsp:nvSpPr>
      <dsp:spPr>
        <a:xfrm>
          <a:off x="5419725" y="0"/>
          <a:ext cx="6762749" cy="780198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019" tIns="101346" rIns="50673" bIns="101346" numCol="1" spcCol="1270" anchor="ctr" anchorCtr="0">
          <a:noAutofit/>
        </a:bodyPr>
        <a:lstStyle/>
        <a:p>
          <a:pPr marL="0" lvl="0" indent="0" algn="ctr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TW" altLang="en-US" sz="3800" b="1" kern="1200">
              <a:latin typeface="HEITI TC MEDIUM" pitchFamily="2" charset="-128"/>
              <a:ea typeface="HEITI TC MEDIUM" pitchFamily="2" charset="-128"/>
            </a:rPr>
            <a:t>學生作品發表</a:t>
          </a:r>
        </a:p>
      </dsp:txBody>
      <dsp:txXfrm>
        <a:off x="5809824" y="0"/>
        <a:ext cx="5982551" cy="7801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D1C02-BC2C-6C40-96EA-12F497ADD446}" type="datetimeFigureOut">
              <a:rPr kumimoji="1" lang="zh-TW" altLang="en-US" smtClean="0"/>
              <a:t>2025/2/9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D6B1CA-5903-B940-860E-B1AC07EEDA4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5899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9" name="Group 88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90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8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9" name="Rectangle 38"/>
            <p:cNvSpPr/>
            <p:nvPr/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9236" y="2075504"/>
            <a:ext cx="8679915" cy="1748729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5400" spc="-15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9237" y="3906266"/>
            <a:ext cx="8673427" cy="1322587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C1B79224-75D4-224F-9A0B-482AF6BB1E49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4589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81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7" name="Group 26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8" name="Rectangle 27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49925"/>
            <a:ext cx="3498979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18447" y="803186"/>
            <a:ext cx="6281873" cy="5248622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C00B-F0AC-CF4A-A82C-5ABC952AE872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7712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78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3259545" y="1186483"/>
            <a:ext cx="5666145" cy="4477933"/>
            <a:chOff x="3259545" y="1186483"/>
            <a:chExt cx="5666145" cy="4477933"/>
          </a:xfrm>
        </p:grpSpPr>
        <p:sp>
          <p:nvSpPr>
            <p:cNvPr id="99" name="Rectangle 98"/>
            <p:cNvSpPr/>
            <p:nvPr/>
          </p:nvSpPr>
          <p:spPr>
            <a:xfrm>
              <a:off x="3259545" y="1186483"/>
              <a:ext cx="5657881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0" name="Isosceles Triangle 39"/>
            <p:cNvSpPr/>
            <p:nvPr/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1" name="Rectangle 100"/>
            <p:cNvSpPr/>
            <p:nvPr/>
          </p:nvSpPr>
          <p:spPr>
            <a:xfrm>
              <a:off x="3259545" y="1991156"/>
              <a:ext cx="5666145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44216" y="2074730"/>
            <a:ext cx="5490224" cy="1689390"/>
          </a:xfrm>
        </p:spPr>
        <p:txBody>
          <a:bodyPr bIns="0" anchor="b">
            <a:normAutofit/>
          </a:bodyPr>
          <a:lstStyle>
            <a:lvl1pPr algn="ctr">
              <a:defRPr sz="440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344215" y="3846851"/>
            <a:ext cx="5490223" cy="1383770"/>
          </a:xfrm>
        </p:spPr>
        <p:txBody>
          <a:bodyPr tIns="0"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65E74361-739D-DC4A-977D-D6BAE8430862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7744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3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3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0" name="Rectangle 59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0" y="2339669"/>
            <a:ext cx="3500828" cy="2470065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20878" y="803187"/>
            <a:ext cx="6269591" cy="2382651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8447" y="3672162"/>
            <a:ext cx="6272022" cy="2383586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367808F-7191-CC46-9A73-B376C59DFB6F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532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8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40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1" name="Group 6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62" name="Rectangle 6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3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Rectangle 63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9001" y="2363915"/>
            <a:ext cx="3500828" cy="2460497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25137" y="803185"/>
            <a:ext cx="6265088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25305" y="1488985"/>
            <a:ext cx="6264350" cy="1696853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8653" y="3665887"/>
            <a:ext cx="6264414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8447" y="4351687"/>
            <a:ext cx="6265588" cy="17040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12B5CA8A-0223-D04F-943B-AB80D762C73E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152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8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4" name="Group 23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5" name="Rectangle 24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6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9B25B-6201-AA4C-BFE9-4F54396D2618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55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D89F41F3-F446-A24E-A502-CEDB501AB9D0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0453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5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6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1" name="Group 20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2" name="Rectangle 21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Rectangle 32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1" y="2352026"/>
            <a:ext cx="3501197" cy="1223298"/>
          </a:xfrm>
        </p:spPr>
        <p:txBody>
          <a:bodyPr bIns="0" anchor="b">
            <a:noAutofit/>
          </a:bodyPr>
          <a:lstStyle>
            <a:lvl1pPr algn="ctr">
              <a:defRPr sz="320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9983" y="802809"/>
            <a:ext cx="6275035" cy="5249940"/>
          </a:xfrm>
        </p:spPr>
        <p:txBody>
          <a:bodyPr anchor="ctr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8631" y="3580186"/>
            <a:ext cx="3501197" cy="1221164"/>
          </a:xfrm>
        </p:spPr>
        <p:txBody>
          <a:bodyPr/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8E558-EBE1-D545-B442-EE0ACC5C3DE3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4598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/>
          <p:cNvGrpSpPr/>
          <p:nvPr/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81" name="Freeform 5"/>
            <p:cNvSpPr/>
            <p:nvPr/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6"/>
            <p:cNvSpPr/>
            <p:nvPr/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7"/>
            <p:cNvSpPr/>
            <p:nvPr/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8"/>
            <p:cNvSpPr/>
            <p:nvPr/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9"/>
            <p:cNvSpPr/>
            <p:nvPr/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0"/>
            <p:cNvSpPr/>
            <p:nvPr/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1"/>
            <p:cNvSpPr/>
            <p:nvPr/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2"/>
            <p:cNvSpPr/>
            <p:nvPr/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3"/>
            <p:cNvSpPr/>
            <p:nvPr/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4"/>
            <p:cNvSpPr/>
            <p:nvPr/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5"/>
            <p:cNvSpPr/>
            <p:nvPr/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6"/>
            <p:cNvSpPr/>
            <p:nvPr/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7"/>
            <p:cNvSpPr/>
            <p:nvPr/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8"/>
            <p:cNvSpPr/>
            <p:nvPr/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9"/>
            <p:cNvSpPr/>
            <p:nvPr/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0"/>
            <p:cNvSpPr/>
            <p:nvPr/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21"/>
            <p:cNvSpPr/>
            <p:nvPr/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22"/>
            <p:cNvSpPr/>
            <p:nvPr/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23"/>
            <p:cNvSpPr/>
            <p:nvPr/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6" name="Group 75"/>
          <p:cNvGrpSpPr/>
          <p:nvPr/>
        </p:nvGrpSpPr>
        <p:grpSpPr>
          <a:xfrm>
            <a:off x="805336" y="1698331"/>
            <a:ext cx="5941540" cy="3470421"/>
            <a:chOff x="805336" y="1698331"/>
            <a:chExt cx="5941540" cy="3470421"/>
          </a:xfrm>
        </p:grpSpPr>
        <p:sp>
          <p:nvSpPr>
            <p:cNvPr id="77" name="Rectangle 76"/>
            <p:cNvSpPr/>
            <p:nvPr/>
          </p:nvSpPr>
          <p:spPr>
            <a:xfrm>
              <a:off x="805336" y="1698331"/>
              <a:ext cx="5941540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8" name="Isosceles Triangle 9"/>
            <p:cNvSpPr/>
            <p:nvPr/>
          </p:nvSpPr>
          <p:spPr>
            <a:xfrm rot="10800000">
              <a:off x="3618113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805336" y="2274403"/>
              <a:ext cx="5941540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43510" y="0"/>
            <a:ext cx="4648490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5443" y="2360255"/>
            <a:ext cx="5776646" cy="1178032"/>
          </a:xfrm>
        </p:spPr>
        <p:txBody>
          <a:bodyPr bIns="0" anchor="b">
            <a:normAutofit/>
          </a:bodyPr>
          <a:lstStyle>
            <a:lvl1pPr>
              <a:defRPr sz="3600"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5443" y="3545012"/>
            <a:ext cx="5776646" cy="1274198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rgbClr val="FFFE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57F67B4C-91D9-2241-BE8A-EDCB9A5DD211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5942203" cy="320040"/>
          </a:xfrm>
        </p:spPr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828377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96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>
            <a:off x="-417513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800144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8632" y="2349925"/>
            <a:ext cx="3501196" cy="2456441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9983" y="794719"/>
            <a:ext cx="6275035" cy="5257090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6B55A-9F7D-444E-A94E-8C1E6F8B1B2D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67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roup 74"/>
          <p:cNvGrpSpPr/>
          <p:nvPr/>
        </p:nvGrpSpPr>
        <p:grpSpPr>
          <a:xfrm flipH="1">
            <a:off x="0" y="0"/>
            <a:ext cx="12584114" cy="6853238"/>
            <a:chOff x="-417513" y="0"/>
            <a:chExt cx="12584114" cy="6853238"/>
          </a:xfrm>
        </p:grpSpPr>
        <p:sp>
          <p:nvSpPr>
            <p:cNvPr id="76" name="Freeform 5"/>
            <p:cNvSpPr/>
            <p:nvPr/>
          </p:nvSpPr>
          <p:spPr bwMode="auto">
            <a:xfrm>
              <a:off x="1306513" y="0"/>
              <a:ext cx="3862388" cy="6843713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" name="Freeform 6"/>
            <p:cNvSpPr/>
            <p:nvPr/>
          </p:nvSpPr>
          <p:spPr bwMode="auto">
            <a:xfrm>
              <a:off x="10626725" y="9525"/>
              <a:ext cx="1539875" cy="555625"/>
            </a:xfrm>
            <a:custGeom>
              <a:avLst/>
              <a:gdLst/>
              <a:ahLst/>
              <a:cxnLst/>
              <a:rect l="0" t="0" r="r" b="b"/>
              <a:pathLst>
                <a:path w="324" h="117">
                  <a:moveTo>
                    <a:pt x="324" y="117"/>
                  </a:moveTo>
                  <a:cubicBezTo>
                    <a:pt x="223" y="64"/>
                    <a:pt x="107" y="2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7"/>
            <p:cNvSpPr/>
            <p:nvPr/>
          </p:nvSpPr>
          <p:spPr bwMode="auto">
            <a:xfrm>
              <a:off x="10247313" y="5013325"/>
              <a:ext cx="1919288" cy="1830388"/>
            </a:xfrm>
            <a:custGeom>
              <a:avLst/>
              <a:gdLst/>
              <a:ahLst/>
              <a:cxnLst/>
              <a:rect l="0" t="0" r="r" b="b"/>
              <a:pathLst>
                <a:path w="404" h="385">
                  <a:moveTo>
                    <a:pt x="0" y="385"/>
                  </a:moveTo>
                  <a:cubicBezTo>
                    <a:pt x="146" y="272"/>
                    <a:pt x="285" y="142"/>
                    <a:pt x="404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8"/>
            <p:cNvSpPr/>
            <p:nvPr/>
          </p:nvSpPr>
          <p:spPr bwMode="auto">
            <a:xfrm>
              <a:off x="1120775" y="0"/>
              <a:ext cx="3676650" cy="6843713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9"/>
            <p:cNvSpPr/>
            <p:nvPr/>
          </p:nvSpPr>
          <p:spPr bwMode="auto">
            <a:xfrm>
              <a:off x="11202988" y="9525"/>
              <a:ext cx="963613" cy="366713"/>
            </a:xfrm>
            <a:custGeom>
              <a:avLst/>
              <a:gdLst/>
              <a:ahLst/>
              <a:cxnLst/>
              <a:rect l="0" t="0" r="r" b="b"/>
              <a:pathLst>
                <a:path w="203" h="77">
                  <a:moveTo>
                    <a:pt x="203" y="77"/>
                  </a:moveTo>
                  <a:cubicBezTo>
                    <a:pt x="138" y="46"/>
                    <a:pt x="68" y="2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10"/>
            <p:cNvSpPr/>
            <p:nvPr/>
          </p:nvSpPr>
          <p:spPr bwMode="auto">
            <a:xfrm>
              <a:off x="10494963" y="5275263"/>
              <a:ext cx="1666875" cy="1577975"/>
            </a:xfrm>
            <a:custGeom>
              <a:avLst/>
              <a:gdLst/>
              <a:ahLst/>
              <a:cxnLst/>
              <a:rect l="0" t="0" r="r" b="b"/>
              <a:pathLst>
                <a:path w="351" h="332">
                  <a:moveTo>
                    <a:pt x="0" y="332"/>
                  </a:moveTo>
                  <a:cubicBezTo>
                    <a:pt x="125" y="232"/>
                    <a:pt x="245" y="121"/>
                    <a:pt x="35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1"/>
            <p:cNvSpPr/>
            <p:nvPr/>
          </p:nvSpPr>
          <p:spPr bwMode="auto">
            <a:xfrm>
              <a:off x="1001713" y="0"/>
              <a:ext cx="3621088" cy="6843713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2"/>
            <p:cNvSpPr/>
            <p:nvPr/>
          </p:nvSpPr>
          <p:spPr bwMode="auto">
            <a:xfrm>
              <a:off x="11501438" y="9525"/>
              <a:ext cx="665163" cy="257175"/>
            </a:xfrm>
            <a:custGeom>
              <a:avLst/>
              <a:gdLst/>
              <a:ahLst/>
              <a:cxnLst/>
              <a:rect l="0" t="0" r="r" b="b"/>
              <a:pathLst>
                <a:path w="140" h="54">
                  <a:moveTo>
                    <a:pt x="140" y="54"/>
                  </a:moveTo>
                  <a:cubicBezTo>
                    <a:pt x="95" y="34"/>
                    <a:pt x="48" y="1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3"/>
            <p:cNvSpPr/>
            <p:nvPr/>
          </p:nvSpPr>
          <p:spPr bwMode="auto">
            <a:xfrm>
              <a:off x="10641013" y="5408613"/>
              <a:ext cx="1525588" cy="1435100"/>
            </a:xfrm>
            <a:custGeom>
              <a:avLst/>
              <a:gdLst/>
              <a:ahLst/>
              <a:cxnLst/>
              <a:rect l="0" t="0" r="r" b="b"/>
              <a:pathLst>
                <a:path w="321" h="302">
                  <a:moveTo>
                    <a:pt x="0" y="302"/>
                  </a:moveTo>
                  <a:cubicBezTo>
                    <a:pt x="114" y="210"/>
                    <a:pt x="223" y="109"/>
                    <a:pt x="321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4"/>
            <p:cNvSpPr/>
            <p:nvPr/>
          </p:nvSpPr>
          <p:spPr bwMode="auto">
            <a:xfrm>
              <a:off x="1001713" y="0"/>
              <a:ext cx="3244850" cy="6843713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5"/>
            <p:cNvSpPr/>
            <p:nvPr/>
          </p:nvSpPr>
          <p:spPr bwMode="auto">
            <a:xfrm>
              <a:off x="10802938" y="5518150"/>
              <a:ext cx="1363663" cy="1325563"/>
            </a:xfrm>
            <a:custGeom>
              <a:avLst/>
              <a:gdLst/>
              <a:ahLst/>
              <a:cxnLst/>
              <a:rect l="0" t="0" r="r" b="b"/>
              <a:pathLst>
                <a:path w="287" h="279">
                  <a:moveTo>
                    <a:pt x="0" y="279"/>
                  </a:moveTo>
                  <a:cubicBezTo>
                    <a:pt x="101" y="193"/>
                    <a:pt x="198" y="100"/>
                    <a:pt x="28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6"/>
            <p:cNvSpPr/>
            <p:nvPr/>
          </p:nvSpPr>
          <p:spPr bwMode="auto">
            <a:xfrm>
              <a:off x="889000" y="0"/>
              <a:ext cx="3230563" cy="6843713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7"/>
            <p:cNvSpPr/>
            <p:nvPr/>
          </p:nvSpPr>
          <p:spPr bwMode="auto">
            <a:xfrm>
              <a:off x="10979150" y="5694363"/>
              <a:ext cx="1187450" cy="1149350"/>
            </a:xfrm>
            <a:custGeom>
              <a:avLst/>
              <a:gdLst/>
              <a:ahLst/>
              <a:cxnLst/>
              <a:rect l="0" t="0" r="r" b="b"/>
              <a:pathLst>
                <a:path w="250" h="242">
                  <a:moveTo>
                    <a:pt x="0" y="242"/>
                  </a:moveTo>
                  <a:cubicBezTo>
                    <a:pt x="88" y="166"/>
                    <a:pt x="172" y="85"/>
                    <a:pt x="25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8"/>
            <p:cNvSpPr/>
            <p:nvPr/>
          </p:nvSpPr>
          <p:spPr bwMode="auto">
            <a:xfrm>
              <a:off x="484188" y="0"/>
              <a:ext cx="3421063" cy="6843713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9"/>
            <p:cNvSpPr/>
            <p:nvPr/>
          </p:nvSpPr>
          <p:spPr bwMode="auto">
            <a:xfrm>
              <a:off x="11287125" y="6049963"/>
              <a:ext cx="879475" cy="793750"/>
            </a:xfrm>
            <a:custGeom>
              <a:avLst/>
              <a:gdLst/>
              <a:ahLst/>
              <a:cxnLst/>
              <a:rect l="0" t="0" r="r" b="b"/>
              <a:pathLst>
                <a:path w="185" h="167">
                  <a:moveTo>
                    <a:pt x="0" y="167"/>
                  </a:moveTo>
                  <a:cubicBezTo>
                    <a:pt x="63" y="114"/>
                    <a:pt x="125" y="58"/>
                    <a:pt x="18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20"/>
            <p:cNvSpPr/>
            <p:nvPr/>
          </p:nvSpPr>
          <p:spPr bwMode="auto">
            <a:xfrm>
              <a:off x="598488" y="0"/>
              <a:ext cx="2717800" cy="6843713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1"/>
            <p:cNvSpPr/>
            <p:nvPr/>
          </p:nvSpPr>
          <p:spPr bwMode="auto">
            <a:xfrm>
              <a:off x="261938" y="0"/>
              <a:ext cx="2944813" cy="6843713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2"/>
            <p:cNvSpPr/>
            <p:nvPr/>
          </p:nvSpPr>
          <p:spPr bwMode="auto">
            <a:xfrm>
              <a:off x="-417513" y="0"/>
              <a:ext cx="2403475" cy="6843713"/>
            </a:xfrm>
            <a:custGeom>
              <a:avLst/>
              <a:gdLst/>
              <a:ahLst/>
              <a:cxnLst/>
              <a:rect l="0" t="0" r="r" b="b"/>
              <a:pathLst>
                <a:path w="506" h="1440">
                  <a:moveTo>
                    <a:pt x="506" y="0"/>
                  </a:moveTo>
                  <a:cubicBezTo>
                    <a:pt x="109" y="356"/>
                    <a:pt x="0" y="943"/>
                    <a:pt x="17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3"/>
            <p:cNvSpPr/>
            <p:nvPr/>
          </p:nvSpPr>
          <p:spPr bwMode="auto">
            <a:xfrm>
              <a:off x="14288" y="9525"/>
              <a:ext cx="1771650" cy="3198813"/>
            </a:xfrm>
            <a:custGeom>
              <a:avLst/>
              <a:gdLst/>
              <a:ahLst/>
              <a:cxnLst/>
              <a:rect l="0" t="0" r="r" b="b"/>
              <a:pathLst>
                <a:path w="373" h="673">
                  <a:moveTo>
                    <a:pt x="373" y="0"/>
                  </a:moveTo>
                  <a:cubicBezTo>
                    <a:pt x="175" y="183"/>
                    <a:pt x="51" y="409"/>
                    <a:pt x="0" y="67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4"/>
            <p:cNvSpPr/>
            <p:nvPr/>
          </p:nvSpPr>
          <p:spPr bwMode="auto">
            <a:xfrm>
              <a:off x="4763" y="6016625"/>
              <a:ext cx="214313" cy="827088"/>
            </a:xfrm>
            <a:custGeom>
              <a:avLst/>
              <a:gdLst/>
              <a:ahLst/>
              <a:cxnLst/>
              <a:rect l="0" t="0" r="r" b="b"/>
              <a:pathLst>
                <a:path w="45" h="174">
                  <a:moveTo>
                    <a:pt x="0" y="0"/>
                  </a:moveTo>
                  <a:cubicBezTo>
                    <a:pt x="11" y="59"/>
                    <a:pt x="26" y="118"/>
                    <a:pt x="45" y="1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5"/>
            <p:cNvSpPr/>
            <p:nvPr/>
          </p:nvSpPr>
          <p:spPr bwMode="auto">
            <a:xfrm>
              <a:off x="14288" y="0"/>
              <a:ext cx="1562100" cy="2228850"/>
            </a:xfrm>
            <a:custGeom>
              <a:avLst/>
              <a:gdLst/>
              <a:ahLst/>
              <a:cxnLst/>
              <a:rect l="0" t="0" r="r" b="b"/>
              <a:pathLst>
                <a:path w="329" h="469">
                  <a:moveTo>
                    <a:pt x="329" y="0"/>
                  </a:moveTo>
                  <a:cubicBezTo>
                    <a:pt x="189" y="133"/>
                    <a:pt x="69" y="288"/>
                    <a:pt x="0" y="46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2" name="Group 21"/>
          <p:cNvGrpSpPr/>
          <p:nvPr/>
        </p:nvGrpSpPr>
        <p:grpSpPr>
          <a:xfrm>
            <a:off x="7718948" y="1699589"/>
            <a:ext cx="3674476" cy="3470421"/>
            <a:chOff x="697883" y="1816768"/>
            <a:chExt cx="3674476" cy="3470421"/>
          </a:xfrm>
        </p:grpSpPr>
        <p:sp>
          <p:nvSpPr>
            <p:cNvPr id="23" name="Rectangle 22"/>
            <p:cNvSpPr/>
            <p:nvPr/>
          </p:nvSpPr>
          <p:spPr>
            <a:xfrm>
              <a:off x="697883" y="1816768"/>
              <a:ext cx="367447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2"/>
            <p:cNvSpPr/>
            <p:nvPr/>
          </p:nvSpPr>
          <p:spPr>
            <a:xfrm rot="10800000">
              <a:off x="2380224" y="5014786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4"/>
            <p:cNvSpPr/>
            <p:nvPr/>
          </p:nvSpPr>
          <p:spPr>
            <a:xfrm>
              <a:off x="704075" y="2392840"/>
              <a:ext cx="3668284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07437" y="2349925"/>
            <a:ext cx="3501195" cy="2456442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2747" y="798444"/>
            <a:ext cx="6268622" cy="5257303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04672" y="320040"/>
            <a:ext cx="3657600" cy="320040"/>
          </a:xfrm>
        </p:spPr>
        <p:txBody>
          <a:bodyPr/>
          <a:lstStyle/>
          <a:p>
            <a:fld id="{B9E3F4DA-9844-C845-A15B-3C0E26B29107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4672" y="6227064"/>
            <a:ext cx="10588752" cy="320040"/>
          </a:xfrm>
        </p:spPr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/>
          <a:lstStyle/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0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161" y="2358391"/>
            <a:ext cx="3498667" cy="2456485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34982" y="794719"/>
            <a:ext cx="5950036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04672" y="320040"/>
            <a:ext cx="36576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2F2A0-37D4-F742-9976-0E45381C28AD}" type="datetime1">
              <a:rPr lang="zh-TW" altLang="en-US" smtClean="0"/>
              <a:t>2025/2/9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4672" y="6227064"/>
            <a:ext cx="10588752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320040"/>
            <a:ext cx="9144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DF98CC-160E-494C-8C3C-8CDC5FA257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915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dt="0"/>
  <p:txStyles>
    <p:titleStyle>
      <a:lvl1pPr algn="ctr" defTabSz="914400" rtl="0" eaLnBrk="1" latinLnBrk="0" hangingPunct="1">
        <a:lnSpc>
          <a:spcPct val="85000"/>
        </a:lnSpc>
        <a:spcBef>
          <a:spcPct val="0"/>
        </a:spcBef>
        <a:buNone/>
        <a:defRPr sz="4000" b="0" i="0" kern="1200" cap="none" spc="-15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8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file:///\\Users\cherlin\Library\CloudStorage\OneDrive-nkhs.tn.edu.tw(2)\Ying%20Hai\113&#23416;&#26399;\113-2\&#39640;&#20108;1\B4&#33521;&#25991;\B4U1-&#23416;&#32722;&#25104;&#26524;-&#25265;&#24616;&#30007;&#21451;-&#23531;&#20316;.docx" TargetMode="External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1.xml"/><Relationship Id="rId3" Type="http://schemas.openxmlformats.org/officeDocument/2006/relationships/image" Target="../media/image2.emf"/><Relationship Id="rId7" Type="http://schemas.openxmlformats.org/officeDocument/2006/relationships/diagramQuickStyle" Target="../diagrams/quickStyle1.xml"/><Relationship Id="rId2" Type="http://schemas.openxmlformats.org/officeDocument/2006/relationships/package" Target="../embeddings/Microsoft_Word_________12F_8BA8EE81.docm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1.xml"/><Relationship Id="rId5" Type="http://schemas.openxmlformats.org/officeDocument/2006/relationships/diagramData" Target="../diagrams/data1.xml"/><Relationship Id="rId4" Type="http://schemas.openxmlformats.org/officeDocument/2006/relationships/image" Target="../media/image3.jpeg"/><Relationship Id="rId9" Type="http://schemas.microsoft.com/office/2007/relationships/diagramDrawing" Target="../diagrams/drawin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7.xml"/><Relationship Id="rId2" Type="http://schemas.openxmlformats.org/officeDocument/2006/relationships/diagramData" Target="../diagrams/data1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7.xml"/><Relationship Id="rId5" Type="http://schemas.openxmlformats.org/officeDocument/2006/relationships/diagramColors" Target="../diagrams/colors17.xml"/><Relationship Id="rId4" Type="http://schemas.openxmlformats.org/officeDocument/2006/relationships/diagramQuickStyle" Target="../diagrams/quickStyle1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0.xml"/><Relationship Id="rId2" Type="http://schemas.openxmlformats.org/officeDocument/2006/relationships/diagramData" Target="../diagrams/data2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0.xml"/><Relationship Id="rId5" Type="http://schemas.openxmlformats.org/officeDocument/2006/relationships/diagramColors" Target="../diagrams/colors20.xml"/><Relationship Id="rId4" Type="http://schemas.openxmlformats.org/officeDocument/2006/relationships/diagramQuickStyle" Target="../diagrams/quickStyle2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4.xml"/><Relationship Id="rId2" Type="http://schemas.openxmlformats.org/officeDocument/2006/relationships/diagramData" Target="../diagrams/data2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4.xml"/><Relationship Id="rId5" Type="http://schemas.openxmlformats.org/officeDocument/2006/relationships/diagramColors" Target="../diagrams/colors24.xml"/><Relationship Id="rId4" Type="http://schemas.openxmlformats.org/officeDocument/2006/relationships/diagramQuickStyle" Target="../diagrams/quickStyle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5.xml"/><Relationship Id="rId2" Type="http://schemas.openxmlformats.org/officeDocument/2006/relationships/diagramData" Target="../diagrams/data2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5.xml"/><Relationship Id="rId5" Type="http://schemas.openxmlformats.org/officeDocument/2006/relationships/diagramColors" Target="../diagrams/colors25.xml"/><Relationship Id="rId4" Type="http://schemas.openxmlformats.org/officeDocument/2006/relationships/diagramQuickStyle" Target="../diagrams/quickStyle2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7.xml"/><Relationship Id="rId2" Type="http://schemas.openxmlformats.org/officeDocument/2006/relationships/diagramData" Target="../diagrams/data2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7.xml"/><Relationship Id="rId5" Type="http://schemas.openxmlformats.org/officeDocument/2006/relationships/diagramColors" Target="../diagrams/colors27.xml"/><Relationship Id="rId4" Type="http://schemas.openxmlformats.org/officeDocument/2006/relationships/diagramQuickStyle" Target="../diagrams/quickStyle2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2.xml"/><Relationship Id="rId2" Type="http://schemas.openxmlformats.org/officeDocument/2006/relationships/diagramData" Target="../diagrams/data3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2.xml"/><Relationship Id="rId5" Type="http://schemas.openxmlformats.org/officeDocument/2006/relationships/diagramColors" Target="../diagrams/colors32.xml"/><Relationship Id="rId4" Type="http://schemas.openxmlformats.org/officeDocument/2006/relationships/diagramQuickStyle" Target="../diagrams/quickStyle3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木桌上有植物、白色鍵盤、咖啡杯、筆記本和筆的俯視圖">
            <a:hlinkClick r:id="rId3" highlightClick="1">
              <a:snd r:embed="rId2" name="suction.wav"/>
            </a:hlinkClick>
            <a:extLst>
              <a:ext uri="{FF2B5EF4-FFF2-40B4-BE49-F238E27FC236}">
                <a16:creationId xmlns:a16="http://schemas.microsoft.com/office/drawing/2014/main" id="{66DF174B-9ACD-55D3-7455-D8778F14BF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9549" b="7426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29C8F1B-6D0D-F7F8-4281-DAE12595BC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5619" y="1837042"/>
            <a:ext cx="5675971" cy="960120"/>
          </a:xfrm>
          <a:ln>
            <a:noFill/>
          </a:ln>
        </p:spPr>
        <p:txBody>
          <a:bodyPr anchor="ctr">
            <a:noAutofit/>
          </a:bodyPr>
          <a:lstStyle/>
          <a:p>
            <a:r>
              <a:rPr kumimoji="1" lang="zh-TW" altLang="en-US" sz="6000" b="1"/>
              <a:t>寫作活動分享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4B14133-530E-0E88-D24D-7B8AD748EE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18827" y="5573268"/>
            <a:ext cx="3355309" cy="960120"/>
          </a:xfrm>
        </p:spPr>
        <p:txBody>
          <a:bodyPr anchor="ctr">
            <a:normAutofit/>
          </a:bodyPr>
          <a:lstStyle/>
          <a:p>
            <a:pPr algn="r"/>
            <a:endParaRPr kumimoji="1" lang="zh-TW" altLang="en-US" sz="190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1AC9712C-89B6-E3D8-5187-D62D84CE3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8" name="投影片編號版面配置區 7">
            <a:extLst>
              <a:ext uri="{FF2B5EF4-FFF2-40B4-BE49-F238E27FC236}">
                <a16:creationId xmlns:a16="http://schemas.microsoft.com/office/drawing/2014/main" id="{634E4593-B39F-E9F8-8844-BCE6AF896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E686E6A-7CE8-1976-8161-5559049488CB}"/>
              </a:ext>
            </a:extLst>
          </p:cNvPr>
          <p:cNvSpPr txBox="1"/>
          <p:nvPr/>
        </p:nvSpPr>
        <p:spPr>
          <a:xfrm>
            <a:off x="1092819" y="3116766"/>
            <a:ext cx="5981317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TW" altLang="en-US" sz="2800" b="1">
                <a:solidFill>
                  <a:schemeClr val="bg1"/>
                </a:solidFill>
              </a:rPr>
              <a:t>人物：高二</a:t>
            </a:r>
            <a:r>
              <a:rPr kumimoji="1" lang="en-US" altLang="zh-TW" sz="2800" b="1">
                <a:solidFill>
                  <a:schemeClr val="bg1"/>
                </a:solidFill>
              </a:rPr>
              <a:t>1</a:t>
            </a:r>
            <a:r>
              <a:rPr kumimoji="1" lang="zh-TW" altLang="en-US" sz="2800" b="1">
                <a:solidFill>
                  <a:schemeClr val="bg1"/>
                </a:solidFill>
              </a:rPr>
              <a:t>學生</a:t>
            </a:r>
            <a:br>
              <a:rPr kumimoji="1" lang="en-US" altLang="zh-TW" sz="2800" b="1">
                <a:solidFill>
                  <a:schemeClr val="bg1"/>
                </a:solidFill>
              </a:rPr>
            </a:br>
            <a:r>
              <a:rPr kumimoji="1" lang="zh-TW" altLang="en-US" sz="2800" b="1">
                <a:solidFill>
                  <a:schemeClr val="bg1"/>
                </a:solidFill>
              </a:rPr>
              <a:t>來源：三民版第四冊第一課</a:t>
            </a:r>
            <a:br>
              <a:rPr kumimoji="1" lang="en-US" altLang="zh-TW" sz="2800" b="1">
                <a:solidFill>
                  <a:schemeClr val="bg1"/>
                </a:solidFill>
              </a:rPr>
            </a:br>
            <a:r>
              <a:rPr kumimoji="1" lang="zh-TW" altLang="en-US" sz="2800" b="1">
                <a:solidFill>
                  <a:schemeClr val="bg1"/>
                </a:solidFill>
              </a:rPr>
              <a:t>          </a:t>
            </a:r>
            <a:r>
              <a:rPr kumimoji="1" lang="en-US" altLang="zh-TW" sz="2800" b="1">
                <a:solidFill>
                  <a:schemeClr val="bg1"/>
                </a:solidFill>
              </a:rPr>
              <a:t> </a:t>
            </a:r>
            <a:r>
              <a:rPr kumimoji="1" lang="zh-TW" altLang="en-US" sz="2800" b="1">
                <a:solidFill>
                  <a:schemeClr val="bg1"/>
                </a:solidFill>
              </a:rPr>
              <a:t> </a:t>
            </a:r>
            <a:r>
              <a:rPr kumimoji="1" lang="en-US" altLang="zh-TW" sz="2800" b="1">
                <a:solidFill>
                  <a:schemeClr val="bg1"/>
                </a:solidFill>
              </a:rPr>
              <a:t>A Love Coach’s Game Plan</a:t>
            </a:r>
            <a:br>
              <a:rPr kumimoji="1" lang="en-US" altLang="zh-TW" sz="2800" b="1">
                <a:solidFill>
                  <a:schemeClr val="bg1"/>
                </a:solidFill>
              </a:rPr>
            </a:br>
            <a:r>
              <a:rPr kumimoji="1" lang="zh-TW" altLang="en-US" sz="2800" b="1">
                <a:solidFill>
                  <a:schemeClr val="bg1"/>
                </a:solidFill>
              </a:rPr>
              <a:t>日期：</a:t>
            </a:r>
            <a:r>
              <a:rPr kumimoji="1" lang="en-US" altLang="zh-TW" sz="2800" b="1">
                <a:solidFill>
                  <a:schemeClr val="bg1"/>
                </a:solidFill>
              </a:rPr>
              <a:t>2025.2.10</a:t>
            </a:r>
            <a:endParaRPr kumimoji="1" lang="zh-TW" altLang="en-US" sz="2800"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73638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4109C3-BEE9-7018-200F-02B4E2076E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zh-TW" altLang="en-US" sz="3200"/>
              <a:t>課文衍伸出的寫作活動</a:t>
            </a:r>
            <a:r>
              <a:rPr kumimoji="1" lang="en-US" altLang="zh-TW" sz="3200"/>
              <a:t>-</a:t>
            </a:r>
            <a:r>
              <a:rPr kumimoji="1" lang="zh-TW" altLang="en-US" sz="3200"/>
              <a:t>練習寫出文法正確、結構完整的句子，成為一篇作文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8288C0E-41A4-7F55-E4D1-ACB6ADE5C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D318A4C-0CBD-4E6E-9AAA-98DCB3CC9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2E0678DE-78D7-064F-49CB-D9F4AA5FA5FB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2749856"/>
              </p:ext>
            </p:extLst>
          </p:nvPr>
        </p:nvGraphicFramePr>
        <p:xfrm>
          <a:off x="3687763" y="3313113"/>
          <a:ext cx="9144000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文件" r:id="rId2" imgW="9144000" imgH="228600" progId="Word.DocumentMacroEnabled.12">
                  <p:embed/>
                </p:oleObj>
              </mc:Choice>
              <mc:Fallback>
                <p:oleObj name="文件" r:id="rId2" imgW="9144000" imgH="228600" progId="Word.DocumentMacroEnabled.12">
                  <p:embed/>
                  <p:pic>
                    <p:nvPicPr>
                      <p:cNvPr id="7" name="內容版面配置區 6">
                        <a:extLst>
                          <a:ext uri="{FF2B5EF4-FFF2-40B4-BE49-F238E27FC236}">
                            <a16:creationId xmlns:a16="http://schemas.microsoft.com/office/drawing/2014/main" id="{2E0678DE-78D7-064F-49CB-D9F4AA5FA5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687763" y="3313113"/>
                        <a:ext cx="9144000" cy="2286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圖片 8" descr="一張含有 文字, 寫生, 圖畫, 墨水 的圖片&#10;&#10;自動產生的描述">
            <a:extLst>
              <a:ext uri="{FF2B5EF4-FFF2-40B4-BE49-F238E27FC236}">
                <a16:creationId xmlns:a16="http://schemas.microsoft.com/office/drawing/2014/main" id="{0C9B8F8F-4740-6252-53F0-D3C8A3C689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3059" b="13922"/>
          <a:stretch/>
        </p:blipFill>
        <p:spPr>
          <a:xfrm>
            <a:off x="4679834" y="506861"/>
            <a:ext cx="4390480" cy="6142569"/>
          </a:xfrm>
          <a:prstGeom prst="rect">
            <a:avLst/>
          </a:prstGeom>
        </p:spPr>
      </p:pic>
      <p:sp>
        <p:nvSpPr>
          <p:cNvPr id="10" name="文字方塊 9">
            <a:extLst>
              <a:ext uri="{FF2B5EF4-FFF2-40B4-BE49-F238E27FC236}">
                <a16:creationId xmlns:a16="http://schemas.microsoft.com/office/drawing/2014/main" id="{AB8FDFD7-55AE-942B-CAE8-1891C359AB17}"/>
              </a:ext>
            </a:extLst>
          </p:cNvPr>
          <p:cNvSpPr txBox="1"/>
          <p:nvPr/>
        </p:nvSpPr>
        <p:spPr>
          <a:xfrm>
            <a:off x="1417651" y="1648377"/>
            <a:ext cx="326218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2800" b="1">
                <a:solidFill>
                  <a:schemeClr val="bg1"/>
                </a:solidFill>
              </a:rPr>
              <a:t>Introduction</a:t>
            </a:r>
            <a:endParaRPr kumimoji="1" lang="zh-TW" altLang="en-US" sz="2800" b="1">
              <a:solidFill>
                <a:schemeClr val="bg1"/>
              </a:solidFill>
            </a:endParaRPr>
          </a:p>
        </p:txBody>
      </p:sp>
      <p:graphicFrame>
        <p:nvGraphicFramePr>
          <p:cNvPr id="14" name="內容版面配置區 6">
            <a:extLst>
              <a:ext uri="{FF2B5EF4-FFF2-40B4-BE49-F238E27FC236}">
                <a16:creationId xmlns:a16="http://schemas.microsoft.com/office/drawing/2014/main" id="{D83D3FEF-2DC0-EC82-DBFE-23253D77DBD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2407824"/>
              </p:ext>
            </p:extLst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  <p:extLst>
      <p:ext uri="{BB962C8B-B14F-4D97-AF65-F5344CB8AC3E}">
        <p14:creationId xmlns:p14="http://schemas.microsoft.com/office/powerpoint/2010/main" val="2343104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53C53C-1E86-2895-1A37-4DCA474FE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4957A59-BA5E-AE49-BBC3-31438B66F2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A4D74C67-5F2E-8425-C1D9-5E0531850F5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6DB0063-7368-5DDA-1AFE-46C9CE66B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CD1FA69-DCCB-3CA4-869E-ECDB8D8EC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A859BF-F70B-209C-4DA1-32E17B71B261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D00BA9-66CA-C126-5648-492C5D24D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312756"/>
              </p:ext>
            </p:extLst>
          </p:nvPr>
        </p:nvGraphicFramePr>
        <p:xfrm>
          <a:off x="4829417" y="1739229"/>
          <a:ext cx="6812456" cy="26120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25695">
                  <a:extLst>
                    <a:ext uri="{9D8B030D-6E8A-4147-A177-3AD203B41FA5}">
                      <a16:colId xmlns:a16="http://schemas.microsoft.com/office/drawing/2014/main" val="3883039980"/>
                    </a:ext>
                  </a:extLst>
                </a:gridCol>
                <a:gridCol w="5586761">
                  <a:extLst>
                    <a:ext uri="{9D8B030D-6E8A-4147-A177-3AD203B41FA5}">
                      <a16:colId xmlns:a16="http://schemas.microsoft.com/office/drawing/2014/main" val="3234293398"/>
                    </a:ext>
                  </a:extLst>
                </a:gridCol>
              </a:tblGrid>
              <a:tr h="2612054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100" b="1">
                          <a:effectLst/>
                        </a:rPr>
                        <a:t>周〇宸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100">
                          <a:effectLst/>
                        </a:rPr>
                        <a:t>He never wrote love letters to me.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He never said love to me.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We never met in carpark.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He never took me to concerts.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He never gave me presents face to face.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I don't remember his face now.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He said he never gave me love.</a:t>
                      </a:r>
                      <a:br>
                        <a:rPr lang="en-US" sz="2100">
                          <a:effectLst/>
                        </a:rPr>
                      </a:br>
                      <a:r>
                        <a:rPr lang="en-US" sz="2100">
                          <a:effectLst/>
                        </a:rPr>
                        <a:t>I don't love he.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92863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2332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D52B3-D526-D0A0-CF40-322A43370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8FC48B-FE67-2873-FB54-A83BF0722E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B3663BD-ACE1-825E-4432-6F22F9C96E6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3B00DA-203C-D3CE-ADF8-59560A4837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E6DD9C-185A-15C1-DB45-0FDAF62F3D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4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ADA09956-5A8C-5C20-2607-A176394FAC37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24C7BC0-8D89-5C5A-1817-DBD9DBDB74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3869584"/>
              </p:ext>
            </p:extLst>
          </p:nvPr>
        </p:nvGraphicFramePr>
        <p:xfrm>
          <a:off x="4829417" y="1739229"/>
          <a:ext cx="7206064" cy="168977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6513">
                  <a:extLst>
                    <a:ext uri="{9D8B030D-6E8A-4147-A177-3AD203B41FA5}">
                      <a16:colId xmlns:a16="http://schemas.microsoft.com/office/drawing/2014/main" val="3883039980"/>
                    </a:ext>
                  </a:extLst>
                </a:gridCol>
                <a:gridCol w="5909551">
                  <a:extLst>
                    <a:ext uri="{9D8B030D-6E8A-4147-A177-3AD203B41FA5}">
                      <a16:colId xmlns:a16="http://schemas.microsoft.com/office/drawing/2014/main" val="3234293398"/>
                    </a:ext>
                  </a:extLst>
                </a:gridCol>
              </a:tblGrid>
              <a:tr h="1689771">
                <a:tc>
                  <a:txBody>
                    <a:bodyPr/>
                    <a:lstStyle/>
                    <a:p>
                      <a:pPr algn="l" fontAlgn="b"/>
                      <a:r>
                        <a:rPr lang="zh-TW" altLang="en-US" sz="2800" b="1" u="none" strike="noStrike">
                          <a:effectLst/>
                          <a:latin typeface="+mn-lt"/>
                        </a:rPr>
                        <a:t>徐〇恩</a:t>
                      </a:r>
                      <a:endParaRPr lang="zh-TW" altLang="en-US" sz="2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40" marR="6940" marT="6940" marB="0" anchor="b"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2800" b="1" u="none" strike="noStrike">
                          <a:effectLst/>
                          <a:latin typeface="+mn-lt"/>
                        </a:rPr>
                        <a:t>He never wrote love letters to me</a:t>
                      </a:r>
                      <a:br>
                        <a:rPr lang="en-US" sz="2800" b="1" u="none" strike="noStrike">
                          <a:effectLst/>
                          <a:latin typeface="+mn-lt"/>
                        </a:rPr>
                      </a:br>
                      <a:r>
                        <a:rPr lang="en-US" sz="2800" b="1" u="none" strike="noStrike">
                          <a:effectLst/>
                          <a:latin typeface="+mn-lt"/>
                        </a:rPr>
                        <a:t>He never took me to concerts</a:t>
                      </a:r>
                      <a:br>
                        <a:rPr lang="en-US" sz="2800" b="1" u="none" strike="noStrike">
                          <a:effectLst/>
                          <a:latin typeface="+mn-lt"/>
                        </a:rPr>
                      </a:br>
                      <a:r>
                        <a:rPr lang="en-US" sz="2800" b="1" u="none" strike="noStrike">
                          <a:effectLst/>
                          <a:latin typeface="+mn-lt"/>
                        </a:rPr>
                        <a:t>He never said love to me</a:t>
                      </a:r>
                      <a:endParaRPr lang="en-US" sz="2800" b="1" i="0" u="none" strike="noStrike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940" marR="6940" marT="6940" marB="0" anchor="ctr"/>
                </a:tc>
                <a:extLst>
                  <a:ext uri="{0D108BD9-81ED-4DB2-BD59-A6C34878D82A}">
                    <a16:rowId xmlns:a16="http://schemas.microsoft.com/office/drawing/2014/main" val="9286353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2918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47E7B-532F-0065-12D5-CC794538BB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67CCED0-66D9-8DCB-9A97-F3F8D31F8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59C1C8A5-FBE0-8DF6-5BFD-8332B2642CE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4C3676A-12F7-3160-3286-A6134E1E40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781C491-A14E-EB50-8EB5-E1932AAB2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5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DA8681C-EC35-321C-EFAB-3B3EAC2ABFFC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78E494F-C135-68D3-89D3-C051F067D0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63295086"/>
              </p:ext>
            </p:extLst>
          </p:nvPr>
        </p:nvGraphicFramePr>
        <p:xfrm>
          <a:off x="4855779" y="1975945"/>
          <a:ext cx="6529771" cy="1492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6649">
                  <a:extLst>
                    <a:ext uri="{9D8B030D-6E8A-4147-A177-3AD203B41FA5}">
                      <a16:colId xmlns:a16="http://schemas.microsoft.com/office/drawing/2014/main" val="796739741"/>
                    </a:ext>
                  </a:extLst>
                </a:gridCol>
                <a:gridCol w="5363122">
                  <a:extLst>
                    <a:ext uri="{9D8B030D-6E8A-4147-A177-3AD203B41FA5}">
                      <a16:colId xmlns:a16="http://schemas.microsoft.com/office/drawing/2014/main" val="1808124253"/>
                    </a:ext>
                  </a:extLst>
                </a:gridCol>
              </a:tblGrid>
              <a:tr h="145305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許〇棋</a:t>
                      </a:r>
                    </a:p>
                  </a:txBody>
                  <a:tcPr marL="22312" marR="22312" marT="14875" marB="14875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I never love his face. I don't remember what present he gave me. He never said love to me. We hardly met face to face. </a:t>
                      </a:r>
                    </a:p>
                  </a:txBody>
                  <a:tcPr marL="22312" marR="22312" marT="14875" marB="14875" anchor="b"/>
                </a:tc>
                <a:extLst>
                  <a:ext uri="{0D108BD9-81ED-4DB2-BD59-A6C34878D82A}">
                    <a16:rowId xmlns:a16="http://schemas.microsoft.com/office/drawing/2014/main" val="15672526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71944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ABAE5-2936-6FC2-0213-ADBCA0DFF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EBA71C-543A-28B4-DC31-5AC251B74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AFDDC99E-6582-2889-439F-98725E6827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04F3921-BA48-34EC-827D-D7F44D620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3D251D0-D0A9-830D-63D6-97506180D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6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CCC0C9B-F43B-72EA-0563-A738A545880A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2485768-A991-56D2-DFE2-3779AF501D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4005304"/>
              </p:ext>
            </p:extLst>
          </p:nvPr>
        </p:nvGraphicFramePr>
        <p:xfrm>
          <a:off x="5131655" y="1789577"/>
          <a:ext cx="5949950" cy="3016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744">
                  <a:extLst>
                    <a:ext uri="{9D8B030D-6E8A-4147-A177-3AD203B41FA5}">
                      <a16:colId xmlns:a16="http://schemas.microsoft.com/office/drawing/2014/main" val="2876040658"/>
                    </a:ext>
                  </a:extLst>
                </a:gridCol>
                <a:gridCol w="5206206">
                  <a:extLst>
                    <a:ext uri="{9D8B030D-6E8A-4147-A177-3AD203B41FA5}">
                      <a16:colId xmlns:a16="http://schemas.microsoft.com/office/drawing/2014/main" val="2272143754"/>
                    </a:ext>
                  </a:extLst>
                </a:gridCol>
              </a:tblGrid>
              <a:tr h="981742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湯〇澔</a:t>
                      </a:r>
                    </a:p>
                  </a:txBody>
                  <a:tcPr marL="22312" marR="22312" marT="14875" marB="14875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don‘t love me </a:t>
                      </a:r>
                      <a:r>
                        <a:rPr lang="en-US" sz="2800" err="1">
                          <a:effectLst/>
                        </a:rPr>
                        <a:t>now,we</a:t>
                      </a:r>
                      <a:r>
                        <a:rPr lang="en-US" sz="2800">
                          <a:effectLst/>
                        </a:rPr>
                        <a:t> hardly talk anyway.</a:t>
                      </a:r>
                      <a:r>
                        <a:rPr lang="zh-TW" altLang="en-US" sz="2800">
                          <a:effectLst/>
                        </a:rPr>
                        <a:t> </a:t>
                      </a:r>
                      <a:r>
                        <a:rPr lang="en-US" sz="2800">
                          <a:effectLst/>
                        </a:rPr>
                        <a:t>He never wrote love letters to </a:t>
                      </a:r>
                      <a:r>
                        <a:rPr lang="en-US" sz="2800" err="1">
                          <a:effectLst/>
                        </a:rPr>
                        <a:t>me.He</a:t>
                      </a:r>
                      <a:r>
                        <a:rPr lang="en-US" sz="2800">
                          <a:effectLst/>
                        </a:rPr>
                        <a:t> never said love to </a:t>
                      </a:r>
                      <a:r>
                        <a:rPr lang="en-US" sz="2800" err="1">
                          <a:effectLst/>
                        </a:rPr>
                        <a:t>me.He</a:t>
                      </a:r>
                      <a:r>
                        <a:rPr lang="en-US" sz="2800">
                          <a:effectLst/>
                        </a:rPr>
                        <a:t> never took me to </a:t>
                      </a:r>
                      <a:r>
                        <a:rPr lang="en-US" sz="2800" err="1">
                          <a:effectLst/>
                        </a:rPr>
                        <a:t>concerts.He</a:t>
                      </a:r>
                      <a:r>
                        <a:rPr lang="en-US" sz="2800">
                          <a:effectLst/>
                        </a:rPr>
                        <a:t> never gave me </a:t>
                      </a:r>
                      <a:r>
                        <a:rPr lang="en-US" sz="2800" err="1">
                          <a:effectLst/>
                        </a:rPr>
                        <a:t>presents.He</a:t>
                      </a:r>
                      <a:r>
                        <a:rPr lang="en-US" sz="2800">
                          <a:effectLst/>
                        </a:rPr>
                        <a:t> don't remember me.</a:t>
                      </a:r>
                    </a:p>
                  </a:txBody>
                  <a:tcPr marL="22312" marR="22312" marT="14875" marB="14875" anchor="b"/>
                </a:tc>
                <a:extLst>
                  <a:ext uri="{0D108BD9-81ED-4DB2-BD59-A6C34878D82A}">
                    <a16:rowId xmlns:a16="http://schemas.microsoft.com/office/drawing/2014/main" val="40577857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4747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8EDF0-E58F-D697-6C0F-142C344A57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9FB417-1337-64C3-ADE6-0490EF633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F2EEFB3-7201-A266-C384-016D55E4625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7D7AF95-AE33-32F9-D1CB-4C874FE53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C34B7EC-1EFE-C227-5C00-733E3588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7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804FD80-1478-AFC5-E980-40BF7DCD6B5E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CE0A524-8948-34D3-0AB6-1B80F8A25C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394717"/>
              </p:ext>
            </p:extLst>
          </p:nvPr>
        </p:nvGraphicFramePr>
        <p:xfrm>
          <a:off x="5225535" y="1671268"/>
          <a:ext cx="5949950" cy="2163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744">
                  <a:extLst>
                    <a:ext uri="{9D8B030D-6E8A-4147-A177-3AD203B41FA5}">
                      <a16:colId xmlns:a16="http://schemas.microsoft.com/office/drawing/2014/main" val="1511328720"/>
                    </a:ext>
                  </a:extLst>
                </a:gridCol>
                <a:gridCol w="5206206">
                  <a:extLst>
                    <a:ext uri="{9D8B030D-6E8A-4147-A177-3AD203B41FA5}">
                      <a16:colId xmlns:a16="http://schemas.microsoft.com/office/drawing/2014/main" val="1748783503"/>
                    </a:ext>
                  </a:extLst>
                </a:gridCol>
              </a:tblGrid>
              <a:tr h="1567204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張〇誠</a:t>
                      </a:r>
                    </a:p>
                  </a:txBody>
                  <a:tcPr marL="22312" marR="22312" marT="14875" marB="14875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never wrote love letters to me.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said love to me.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We never met in carpark.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took me to concerts.</a:t>
                      </a:r>
                    </a:p>
                  </a:txBody>
                  <a:tcPr marL="22312" marR="22312" marT="14875" marB="14875" anchor="b"/>
                </a:tc>
                <a:extLst>
                  <a:ext uri="{0D108BD9-81ED-4DB2-BD59-A6C34878D82A}">
                    <a16:rowId xmlns:a16="http://schemas.microsoft.com/office/drawing/2014/main" val="38748097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0206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F6FC1A-E86A-4A72-D756-037439947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498A36-F342-D013-6BA7-41593D4B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8D5AC43E-6F8B-B5AA-1B76-2CED4180BAF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C4EE533D-82B0-70AD-E131-62D3D4373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1C6B590-7869-EC04-C04D-A25B4E085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8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E12ACB0-B00F-27A1-9129-009ED5B89A4D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9636F74-243B-90B5-020B-176FFA1DF1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3019764"/>
              </p:ext>
            </p:extLst>
          </p:nvPr>
        </p:nvGraphicFramePr>
        <p:xfrm>
          <a:off x="4620054" y="1739230"/>
          <a:ext cx="7251031" cy="286350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66924">
                  <a:extLst>
                    <a:ext uri="{9D8B030D-6E8A-4147-A177-3AD203B41FA5}">
                      <a16:colId xmlns:a16="http://schemas.microsoft.com/office/drawing/2014/main" val="1110419604"/>
                    </a:ext>
                  </a:extLst>
                </a:gridCol>
                <a:gridCol w="5684107">
                  <a:extLst>
                    <a:ext uri="{9D8B030D-6E8A-4147-A177-3AD203B41FA5}">
                      <a16:colId xmlns:a16="http://schemas.microsoft.com/office/drawing/2014/main" val="814067313"/>
                    </a:ext>
                  </a:extLst>
                </a:gridCol>
              </a:tblGrid>
              <a:tr h="2863504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方〇貿</a:t>
                      </a:r>
                    </a:p>
                  </a:txBody>
                  <a:tcPr marL="23557" marR="23557" marT="15704" marB="15704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never wrote love letters to me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took me to concerts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gave me presents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said love to me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I don't remember his face</a:t>
                      </a:r>
                    </a:p>
                  </a:txBody>
                  <a:tcPr marL="23557" marR="23557" marT="15704" marB="15704" anchor="b"/>
                </a:tc>
                <a:extLst>
                  <a:ext uri="{0D108BD9-81ED-4DB2-BD59-A6C34878D82A}">
                    <a16:rowId xmlns:a16="http://schemas.microsoft.com/office/drawing/2014/main" val="3701273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79423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D3D64-6964-8448-A289-BB14544B8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6087DE-4E07-21B3-4438-B04258BE8F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2F04B4D8-6D40-3D91-A6C6-EB7D2AC04A0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6EE3076-199E-8F8A-7A4F-1B9E86352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99D7CF5-2116-A2DA-9117-7089E3756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9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F3ACFDC-735D-414A-60BC-6D6728622F85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1C317DC1-F843-85AA-D0BC-57BB159222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2285329"/>
              </p:ext>
            </p:extLst>
          </p:nvPr>
        </p:nvGraphicFramePr>
        <p:xfrm>
          <a:off x="5353419" y="1739230"/>
          <a:ext cx="5949950" cy="301679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744">
                  <a:extLst>
                    <a:ext uri="{9D8B030D-6E8A-4147-A177-3AD203B41FA5}">
                      <a16:colId xmlns:a16="http://schemas.microsoft.com/office/drawing/2014/main" val="3754959109"/>
                    </a:ext>
                  </a:extLst>
                </a:gridCol>
                <a:gridCol w="5206206">
                  <a:extLst>
                    <a:ext uri="{9D8B030D-6E8A-4147-A177-3AD203B41FA5}">
                      <a16:colId xmlns:a16="http://schemas.microsoft.com/office/drawing/2014/main" val="2553549470"/>
                    </a:ext>
                  </a:extLst>
                </a:gridCol>
              </a:tblGrid>
              <a:tr h="1517237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王〇姍</a:t>
                      </a:r>
                    </a:p>
                  </a:txBody>
                  <a:tcPr marL="22312" marR="22312" marT="14875" marB="14875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never love me and never gave me presents.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said love me in face to face.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took me to the concerts.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didn’t gave me love.</a:t>
                      </a:r>
                    </a:p>
                  </a:txBody>
                  <a:tcPr marL="22312" marR="22312" marT="14875" marB="14875" anchor="b"/>
                </a:tc>
                <a:extLst>
                  <a:ext uri="{0D108BD9-81ED-4DB2-BD59-A6C34878D82A}">
                    <a16:rowId xmlns:a16="http://schemas.microsoft.com/office/drawing/2014/main" val="18785885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924423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F43C3-D845-B93C-63DB-801A485EA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A57ED2-6125-2E9A-69C0-CE6AF45A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13FC2865-E5AE-62ED-DF27-342FE753BB6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467D347-D702-15BC-67CA-035D10F06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553CD68-0C0F-35FB-CD9E-B87B3E4A4C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10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B5D1633-2315-D8C4-274E-6CC086D65BB5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770366D5-2401-14C7-36B7-0EF6F641E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4137437"/>
              </p:ext>
            </p:extLst>
          </p:nvPr>
        </p:nvGraphicFramePr>
        <p:xfrm>
          <a:off x="4793152" y="1694970"/>
          <a:ext cx="6591128" cy="130991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51342">
                  <a:extLst>
                    <a:ext uri="{9D8B030D-6E8A-4147-A177-3AD203B41FA5}">
                      <a16:colId xmlns:a16="http://schemas.microsoft.com/office/drawing/2014/main" val="2756445393"/>
                    </a:ext>
                  </a:extLst>
                </a:gridCol>
                <a:gridCol w="5439786">
                  <a:extLst>
                    <a:ext uri="{9D8B030D-6E8A-4147-A177-3AD203B41FA5}">
                      <a16:colId xmlns:a16="http://schemas.microsoft.com/office/drawing/2014/main" val="2905383624"/>
                    </a:ext>
                  </a:extLst>
                </a:gridCol>
              </a:tblGrid>
              <a:tr h="922242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王〇翊</a:t>
                      </a:r>
                    </a:p>
                  </a:txBody>
                  <a:tcPr marL="22312" marR="22312" marT="14875" marB="14875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never wrote letters to me.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said he never gave me love.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said love to me.</a:t>
                      </a:r>
                    </a:p>
                  </a:txBody>
                  <a:tcPr marL="22312" marR="22312" marT="14875" marB="14875" anchor="b"/>
                </a:tc>
                <a:extLst>
                  <a:ext uri="{0D108BD9-81ED-4DB2-BD59-A6C34878D82A}">
                    <a16:rowId xmlns:a16="http://schemas.microsoft.com/office/drawing/2014/main" val="1106131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659091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653977-ADF5-2D34-BB30-81EDE8642D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C0F4B0-949B-8CC0-B8E8-E16B7291F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BA0FC22F-7035-80C0-4DC6-BCC060837DA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0263C12-F513-89E6-939F-569FF0501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801C7BE-38F3-B6B7-A8A4-10F11E904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0B64C91-E9B9-6C2E-86EB-41B83F7DBB8E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271D71D-09B9-ADAC-27A0-F77AD8EE8E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6986326"/>
              </p:ext>
            </p:extLst>
          </p:nvPr>
        </p:nvGraphicFramePr>
        <p:xfrm>
          <a:off x="5443474" y="1739230"/>
          <a:ext cx="5949950" cy="2163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744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20620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19740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甘〇瑜</a:t>
                      </a:r>
                    </a:p>
                  </a:txBody>
                  <a:tcPr marL="22312" marR="22312" marT="14875" marB="14875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never wrote letters to me.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hardly spoke.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remember concerts of love.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gave me presents.</a:t>
                      </a:r>
                    </a:p>
                  </a:txBody>
                  <a:tcPr marL="22312" marR="22312" marT="14875" marB="14875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0115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DBA9E-4DF9-9B87-1E49-FDF76E0CEE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987CB3-9DA6-5E1A-5325-1EA910FFF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09277FC7-99DB-8E7F-C2C5-9A360F8BAA7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BDC2D5-5B65-4127-E62C-E4A45FE1D7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4207A87-0400-9815-40A7-9F1F80EA6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12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EB265A6-D9CD-17B9-E23D-2997B480CEF4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8E82157-12BB-63D3-52FF-2586CA673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959678"/>
              </p:ext>
            </p:extLst>
          </p:nvPr>
        </p:nvGraphicFramePr>
        <p:xfrm>
          <a:off x="5443474" y="1739230"/>
          <a:ext cx="5949950" cy="3025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43744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20620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19740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800" b="1">
                          <a:effectLst/>
                        </a:rPr>
                        <a:t>李〇萱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800">
                          <a:effectLst/>
                        </a:rPr>
                        <a:t>He never said he love me.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wrote me letters.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took me to the concerts.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said love me in face to face. </a:t>
                      </a:r>
                      <a:br>
                        <a:rPr lang="en-US" sz="2800">
                          <a:effectLst/>
                        </a:rPr>
                      </a:br>
                      <a:r>
                        <a:rPr lang="en-US" sz="2800">
                          <a:effectLst/>
                        </a:rPr>
                        <a:t>He never gave me presents.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451627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7AE299-591E-F065-3FC3-6E521FCD62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E3DBCBF-49E8-78BC-6F72-5907669C3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7873E4D9-E7DB-EDA7-0798-563B20B672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29F6FAB-D7E5-EAF7-B1E6-4A86EA0C7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0417F1-74F0-F7DD-7BF5-42548FC78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13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0C15249-20EF-D80F-1BA6-3E403230990B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E27E8BD-04B4-0680-BCC0-53615935EA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4652903"/>
              </p:ext>
            </p:extLst>
          </p:nvPr>
        </p:nvGraphicFramePr>
        <p:xfrm>
          <a:off x="5443474" y="1739229"/>
          <a:ext cx="5949950" cy="3086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8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658992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267213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李〇柔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doesn't remember me </a:t>
                      </a:r>
                      <a:r>
                        <a:rPr lang="en-US" sz="2500" err="1">
                          <a:effectLst/>
                        </a:rPr>
                        <a:t>said.He</a:t>
                      </a:r>
                      <a:r>
                        <a:rPr lang="en-US" sz="2500">
                          <a:effectLst/>
                        </a:rPr>
                        <a:t> doesn't wrote letters to </a:t>
                      </a:r>
                      <a:r>
                        <a:rPr lang="en-US" sz="2500" err="1">
                          <a:effectLst/>
                        </a:rPr>
                        <a:t>me.He</a:t>
                      </a:r>
                      <a:r>
                        <a:rPr lang="en-US" sz="2500">
                          <a:effectLst/>
                        </a:rPr>
                        <a:t> doesn't gave me </a:t>
                      </a:r>
                      <a:r>
                        <a:rPr lang="en-US" sz="2500" err="1">
                          <a:effectLst/>
                        </a:rPr>
                        <a:t>presents.He</a:t>
                      </a:r>
                      <a:r>
                        <a:rPr lang="en-US" sz="2500">
                          <a:effectLst/>
                        </a:rPr>
                        <a:t> doesn't remember carpark </a:t>
                      </a:r>
                      <a:r>
                        <a:rPr lang="en-US" sz="2500" err="1">
                          <a:effectLst/>
                        </a:rPr>
                        <a:t>anyway.He</a:t>
                      </a:r>
                      <a:r>
                        <a:rPr lang="en-US" sz="2500">
                          <a:effectLst/>
                        </a:rPr>
                        <a:t> never took me to the </a:t>
                      </a:r>
                      <a:r>
                        <a:rPr lang="en-US" sz="2500" err="1">
                          <a:effectLst/>
                        </a:rPr>
                        <a:t>concerts.He</a:t>
                      </a:r>
                      <a:r>
                        <a:rPr lang="en-US" sz="2500">
                          <a:effectLst/>
                        </a:rPr>
                        <a:t> hardly met to </a:t>
                      </a:r>
                      <a:r>
                        <a:rPr lang="en-US" sz="2500" err="1">
                          <a:effectLst/>
                        </a:rPr>
                        <a:t>me.Exactly,he</a:t>
                      </a:r>
                      <a:r>
                        <a:rPr lang="en-US" sz="2500">
                          <a:effectLst/>
                        </a:rPr>
                        <a:t> never love </a:t>
                      </a:r>
                      <a:r>
                        <a:rPr lang="en-US" sz="2500" err="1">
                          <a:effectLst/>
                        </a:rPr>
                        <a:t>me,now</a:t>
                      </a:r>
                      <a:r>
                        <a:rPr lang="en-US" sz="2500">
                          <a:effectLst/>
                        </a:rPr>
                        <a:t>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43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0FEF9-8B1F-1E35-E82F-DA6F2D141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0DF7666-D0CA-A485-303A-B7437685C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51DF0831-061E-E64D-E204-87F8B15BC46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1776D37-155A-BE0C-B5B6-2B87CA9B6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3325DA9-4B04-FB01-35EB-7AD50B47A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14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0A9DF4C-D909-FE5A-5A03-C3E8EEBBA118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21B443-26FA-AFE5-0581-E8FCB1E7D5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7106910"/>
              </p:ext>
            </p:extLst>
          </p:nvPr>
        </p:nvGraphicFramePr>
        <p:xfrm>
          <a:off x="5443474" y="1739229"/>
          <a:ext cx="5949950" cy="2324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8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658992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林〇柔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gave the love presents to me, even wrote the </a:t>
                      </a:r>
                      <a:r>
                        <a:rPr lang="en-US" sz="2500" err="1">
                          <a:effectLst/>
                        </a:rPr>
                        <a:t>letters.He</a:t>
                      </a:r>
                      <a:r>
                        <a:rPr lang="en-US" sz="2500">
                          <a:effectLst/>
                        </a:rPr>
                        <a:t> don't remember to met me in the concerts. Never said he love me even spoke hardly to me.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308751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CF2E-56B1-2AAD-BAF5-45100B59C4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15FBAD-D918-E732-2913-DE028A15D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4EEF386B-2FF0-DE7F-0052-B3C16E4DE4E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DA8242C-CBD4-A935-9589-0B2CB01172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057C283-0806-B94E-1E3C-4BCF91A16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15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0A408C7-6FE7-2460-4187-FF8376670ACE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701CCB4-25A4-C8D6-7E6F-22227D03A7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8566630"/>
              </p:ext>
            </p:extLst>
          </p:nvPr>
        </p:nvGraphicFramePr>
        <p:xfrm>
          <a:off x="5443474" y="1739229"/>
          <a:ext cx="5949950" cy="1485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8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658992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林〇妤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said he love me He never wrote love letters to me He never gave me presents 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506834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1257D-14BD-CD2A-82BA-3642DEC16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F1E2059-4679-4DD6-FDB1-1FEAD6E6C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D4751708-6552-1092-7602-2A4DE31FE91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779E095-3472-BB19-140D-9F69109A5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FBF35BF-862A-2324-56B9-81E7256B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16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7AAADD0-A16A-ED6C-3EF1-D8CB613EC783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08199B92-46DF-2AB4-0F87-04EE2A998F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0538854"/>
              </p:ext>
            </p:extLst>
          </p:nvPr>
        </p:nvGraphicFramePr>
        <p:xfrm>
          <a:off x="5443474" y="1739229"/>
          <a:ext cx="5949950" cy="2705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8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658992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林〇微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gave me presents.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said he love me exactly.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I don't remember his face now.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We hardly met face to face.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wrote letters to me.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I don't remember what he said.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2345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CA344-819B-703B-443F-5579F5B035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7C14F58-F7D2-B307-D97B-C1F1A825A0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72832385-5C33-65F9-BAC4-5D68B0DB0A7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9A7EA4-8ED1-EC7C-5ECD-7EF1E774C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16C5CB3-B6F7-C6E2-4FC9-F6AD2167A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17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8C3C8A0-6354-1927-4CED-E8C66F56994E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AAD9FFE-6FEF-2E11-CA9D-655EDC0606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749927"/>
              </p:ext>
            </p:extLst>
          </p:nvPr>
        </p:nvGraphicFramePr>
        <p:xfrm>
          <a:off x="5443474" y="1739229"/>
          <a:ext cx="5949950" cy="148588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8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658992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洪〇蕎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love me.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don't remember what I love.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wrote letters to me.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370121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73E8C-E30F-F155-A053-D33A109B7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3B7B0B-83BF-ADC7-EBB5-52DC6E462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C9F3E685-932F-3990-F683-1AB8F54D5B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8F2BF49B-30E5-523D-09A2-7C3B80978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A2C8952-19D7-05F6-4C02-0E4C2AFB4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18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8B34539-0A3F-B1DC-BAE1-21E2A55F5124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0CEB109-AC22-C7D6-1B83-BF8635F5DB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2317151"/>
              </p:ext>
            </p:extLst>
          </p:nvPr>
        </p:nvGraphicFramePr>
        <p:xfrm>
          <a:off x="5443474" y="1739229"/>
          <a:ext cx="5949950" cy="3467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290958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658992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張〇慈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wrote letters to me.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We hardly met face to face.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gave me presents.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gave me his love.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said love me.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I don't remember his face now.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I don't remember what he said.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took me to the concerts.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68017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B98A4-D56B-9BDF-4CA3-227F06E3B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E3E90A-229B-26CB-E6D6-B009CD151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846608CC-4577-88CE-466A-0E496F3D2A4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B20DAC5-CB98-10FA-8861-78CB33B883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146C7F6-87FF-9EEF-85CF-47BB1E844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19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84928E6-6C5A-00FA-27AA-C529655B074C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8C47F756-C023-97A6-CA53-9E6679CAC2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7585168"/>
              </p:ext>
            </p:extLst>
          </p:nvPr>
        </p:nvGraphicFramePr>
        <p:xfrm>
          <a:off x="5443473" y="1739229"/>
          <a:ext cx="6369585" cy="1562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00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987579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莊〇喬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wrote love letters to me.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said love to me.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We never met in carpark. 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remember what I said.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3933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85B6BA-7102-19D2-4358-C869C12D21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513701-862C-C8F0-A4DF-6812F2FEE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30DBACFE-76FE-D3BB-BD54-55840D169F7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AEBF422-E4EE-91B8-47CF-15ED3BD57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2B4DB74-3742-EBF6-3F7A-8D89D7F496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20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A20DEC4-FF61-D35F-EC3D-45E27FA8C90D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DEDE2D9-1941-3028-8759-69AEA37E79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6350720"/>
              </p:ext>
            </p:extLst>
          </p:nvPr>
        </p:nvGraphicFramePr>
        <p:xfrm>
          <a:off x="5443473" y="1739229"/>
          <a:ext cx="6369585" cy="1562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8200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4987579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莊〇棋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>
                          <a:effectLst/>
                        </a:rPr>
                        <a:t>He never said love to </a:t>
                      </a:r>
                      <a:r>
                        <a:rPr lang="en-US" sz="2500" err="1">
                          <a:effectLst/>
                        </a:rPr>
                        <a:t>me.He</a:t>
                      </a:r>
                      <a:r>
                        <a:rPr lang="en-US" sz="2500">
                          <a:effectLst/>
                        </a:rPr>
                        <a:t> never met me in face to face.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don’t remember what I said.</a:t>
                      </a:r>
                      <a:br>
                        <a:rPr lang="en-US" sz="2500">
                          <a:effectLst/>
                        </a:rPr>
                      </a:br>
                      <a:r>
                        <a:rPr lang="en-US" sz="2500">
                          <a:effectLst/>
                        </a:rPr>
                        <a:t>He never gave me presents.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1149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69BEF2-1547-0DEC-4C43-78DC9E700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8181EA-E5B4-85D4-49C2-7B03B1C161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C5CF6EAF-E084-FC9E-913B-57BB587D29E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66510EC-9DD5-EAFD-4B51-6FBD48374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850E46E-0861-B8C9-5991-F0B2CB3D4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821CAFD-7DE9-FAE2-A108-A1DA2EBE0E1C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4E0AC92-AB79-6783-384A-1B6D2CC1A3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037456"/>
              </p:ext>
            </p:extLst>
          </p:nvPr>
        </p:nvGraphicFramePr>
        <p:xfrm>
          <a:off x="4967417" y="1739229"/>
          <a:ext cx="6845642" cy="3467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郭〇耘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</a:rPr>
                        <a:t>I don't remember his face . </a:t>
                      </a:r>
                      <a:br>
                        <a:rPr lang="en-US" sz="2500" b="1">
                          <a:effectLst/>
                        </a:rPr>
                      </a:br>
                      <a:r>
                        <a:rPr lang="en-US" sz="2500" b="1">
                          <a:effectLst/>
                        </a:rPr>
                        <a:t>He never gave me presents. He never write letters to me. He never said love to me. </a:t>
                      </a:r>
                      <a:br>
                        <a:rPr lang="en-US" sz="2500" b="1">
                          <a:effectLst/>
                        </a:rPr>
                      </a:br>
                      <a:r>
                        <a:rPr lang="en-US" sz="2500" b="1">
                          <a:effectLst/>
                        </a:rPr>
                        <a:t>He never took me to </a:t>
                      </a:r>
                      <a:r>
                        <a:rPr lang="en-US" sz="2500" b="1" err="1">
                          <a:effectLst/>
                        </a:rPr>
                        <a:t>comcerts</a:t>
                      </a:r>
                      <a:r>
                        <a:rPr lang="en-US" sz="2500" b="1">
                          <a:effectLst/>
                        </a:rPr>
                        <a:t>. He never said he love me exactly. </a:t>
                      </a:r>
                      <a:br>
                        <a:rPr lang="en-US" sz="2500" b="1">
                          <a:effectLst/>
                        </a:rPr>
                      </a:br>
                      <a:r>
                        <a:rPr lang="en-US" sz="2500" b="1">
                          <a:effectLst/>
                        </a:rPr>
                        <a:t>We hardly met face to face.</a:t>
                      </a:r>
                      <a:br>
                        <a:rPr lang="en-US" sz="2500" b="1">
                          <a:effectLst/>
                        </a:rPr>
                      </a:br>
                      <a:r>
                        <a:rPr lang="en-US" sz="2500" b="1">
                          <a:effectLst/>
                        </a:rPr>
                        <a:t>He never remember met me in carpark.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185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D4C2-CB2E-0D2B-EBA3-C2939D6C8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A37C7B3-CF3C-5C89-5A5E-627D16CE0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8AD7D825-B7C3-587A-2FC8-C39B25C0558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257DD95-5C01-A5E4-2D13-5F7914A42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3EBEF45-EAD9-3252-C1BF-0B5C32CC8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22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1A983F76-2F98-B256-8DB3-A0DFC74440BE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D6CB5D79-F20C-DB98-FC84-B57D1E13FC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461271"/>
              </p:ext>
            </p:extLst>
          </p:nvPr>
        </p:nvGraphicFramePr>
        <p:xfrm>
          <a:off x="4967417" y="1739229"/>
          <a:ext cx="6845642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485885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</a:rPr>
                        <a:t>陳〇榆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</a:rPr>
                        <a:t>He never said love to </a:t>
                      </a:r>
                      <a:r>
                        <a:rPr lang="en-US" sz="2500" b="1" err="1">
                          <a:effectLst/>
                        </a:rPr>
                        <a:t>me.He</a:t>
                      </a:r>
                      <a:r>
                        <a:rPr lang="en-US" sz="2500" b="1">
                          <a:effectLst/>
                        </a:rPr>
                        <a:t> never wrote love letters to </a:t>
                      </a:r>
                      <a:r>
                        <a:rPr lang="en-US" sz="2500" b="1" err="1">
                          <a:effectLst/>
                        </a:rPr>
                        <a:t>me.He</a:t>
                      </a:r>
                      <a:r>
                        <a:rPr lang="en-US" sz="2500" b="1">
                          <a:effectLst/>
                        </a:rPr>
                        <a:t> never took me to </a:t>
                      </a:r>
                      <a:r>
                        <a:rPr lang="en-US" sz="2500" b="1" err="1">
                          <a:effectLst/>
                        </a:rPr>
                        <a:t>concerts.He</a:t>
                      </a:r>
                      <a:r>
                        <a:rPr lang="en-US" sz="2500" b="1">
                          <a:effectLst/>
                        </a:rPr>
                        <a:t> never gave me presents face to </a:t>
                      </a:r>
                      <a:r>
                        <a:rPr lang="en-US" sz="2500" b="1" err="1">
                          <a:effectLst/>
                        </a:rPr>
                        <a:t>face.I</a:t>
                      </a:r>
                      <a:r>
                        <a:rPr lang="en-US" sz="2500" b="1">
                          <a:effectLst/>
                        </a:rPr>
                        <a:t> don't remember his face.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68028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B08536-DEF1-5CF0-B441-5459E6642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55C3C9-AF6E-344F-7856-566A91430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E75F55E8-29C4-AFB6-970C-1BFEEB88F2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1135CAB8-3774-52A8-D973-6AB2A97FC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F5C5453-FD3B-CB3B-9B1E-F61AFE7D6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23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E266A4B-31D9-63C7-ECE9-2690E1525772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5374BC5-4A7E-E4B1-5D02-9FF2293194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6785552"/>
              </p:ext>
            </p:extLst>
          </p:nvPr>
        </p:nvGraphicFramePr>
        <p:xfrm>
          <a:off x="4967417" y="1739229"/>
          <a:ext cx="6845642" cy="1226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  <a:latin typeface="+mn-lt"/>
                          <a:ea typeface="+mn-ea"/>
                        </a:rPr>
                        <a:t>陳〇畇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  <a:latin typeface="+mn-lt"/>
                          <a:ea typeface="+mn-ea"/>
                        </a:rPr>
                        <a:t>He never said love to me. He never wrote letters to me.</a:t>
                      </a:r>
                      <a:br>
                        <a:rPr lang="en-US" sz="2500" b="1">
                          <a:effectLst/>
                          <a:latin typeface="+mn-lt"/>
                          <a:ea typeface="+mn-ea"/>
                        </a:rPr>
                      </a:br>
                      <a:r>
                        <a:rPr lang="en-US" sz="2500" b="1">
                          <a:effectLst/>
                          <a:latin typeface="+mn-lt"/>
                          <a:ea typeface="+mn-ea"/>
                        </a:rPr>
                        <a:t>He said he never gave me love.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3227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D246-A4F9-3702-54BC-6C5D4522E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6A810F-5A83-C24A-392E-79B7A484E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7DE046B0-D99B-57AF-D4EA-77A2B0868B7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E8D8C54-7C9D-286C-0228-748229DEFB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DB3733F-4305-D702-4BBF-AB6FCE897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24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7CFBFE51-E7CB-91CA-D66F-DB1773899B06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93FDD54-2813-36B6-DD6B-A26843622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0171152"/>
              </p:ext>
            </p:extLst>
          </p:nvPr>
        </p:nvGraphicFramePr>
        <p:xfrm>
          <a:off x="4967417" y="1739229"/>
          <a:ext cx="6845642" cy="1562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  <a:latin typeface="+mn-lt"/>
                        </a:rPr>
                        <a:t>陳〇語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  <a:latin typeface="+mn-lt"/>
                        </a:rPr>
                        <a:t>He doesn't remember what I spoke, he never wrote letters to me, he gave me the present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whatI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don't love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3841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A071-5A2D-2770-49F0-E89460139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4D4C1C1-5CB3-E9CD-D2E4-103F243E3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C9F72AE4-091C-3A4C-9D43-3EFA4EADD89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4A42945F-2236-55B0-8F5E-32CAA94A3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D71814A-77CE-EE96-48D7-8DE47BFCC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25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A0BF34F-D397-9751-A753-DC8EC2A5C5C8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01E4204-276C-5401-7650-430EC650CF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7196501"/>
              </p:ext>
            </p:extLst>
          </p:nvPr>
        </p:nvGraphicFramePr>
        <p:xfrm>
          <a:off x="4967417" y="1739229"/>
          <a:ext cx="6845642" cy="1943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  <a:latin typeface="+mn-lt"/>
                        </a:rPr>
                        <a:t>黃〇瑜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  <a:latin typeface="+mn-lt"/>
                        </a:rPr>
                        <a:t>He never took me to the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concerts.He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never wrote letters to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me.We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hardly met face to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face.He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never gave me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presents.He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never remember what I said.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887637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02479-5A5B-671E-2055-6A10BBD48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41649DF-F94B-E748-A146-5996808DDE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6B8D94A8-1286-1BC9-AD88-B53A96F3632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FAC1ABE-DFB0-E9CB-217F-9EF69A65A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143BC31-2CF1-BD3B-B7CD-7D01B706D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26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4B23774-83BF-FF80-534A-5A9FA402DC6C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02527F1-800E-5F9A-C1C5-AD6035E29C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84746"/>
              </p:ext>
            </p:extLst>
          </p:nvPr>
        </p:nvGraphicFramePr>
        <p:xfrm>
          <a:off x="4967417" y="1739229"/>
          <a:ext cx="6845642" cy="27051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  <a:latin typeface="+mn-lt"/>
                        </a:rPr>
                        <a:t>黃〇育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  <a:latin typeface="+mn-lt"/>
                        </a:rPr>
                        <a:t>He never wrote letters to me .He doesn't gave me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present.He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doesn't remember his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carpark.He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said he doesn't love the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preaest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I </a:t>
                      </a:r>
                      <a:r>
                        <a:rPr lang="en-US" sz="2500" b="1" err="1">
                          <a:effectLst/>
                          <a:latin typeface="+mn-lt"/>
                        </a:rPr>
                        <a:t>gave.He</a:t>
                      </a:r>
                      <a:r>
                        <a:rPr lang="en-US" sz="2500" b="1">
                          <a:effectLst/>
                          <a:latin typeface="+mn-lt"/>
                        </a:rPr>
                        <a:t> never took me to the concerts. He said he doesn't love me now.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35561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542706-5CE4-C607-F1D9-831F513EFA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51904E-FADE-6151-4CB1-0FF08FB383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7ED63F4A-DA76-775E-9EDE-BD0DA9A9024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7B9EDBA-8255-22BE-6D91-34E1CCB15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4378977-AA48-4581-3F12-768277C10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27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9550ACD-9288-5D5C-D6F1-6A904219FD61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294AEB89-4A80-73EC-AD98-0A3DE4E5F1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7612640"/>
              </p:ext>
            </p:extLst>
          </p:nvPr>
        </p:nvGraphicFramePr>
        <p:xfrm>
          <a:off x="4967417" y="1739229"/>
          <a:ext cx="6845642" cy="1226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500" b="1">
                          <a:effectLst/>
                          <a:latin typeface="+mn-lt"/>
                        </a:rPr>
                        <a:t>黃〇瑢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500" b="1">
                          <a:effectLst/>
                          <a:latin typeface="+mn-lt"/>
                        </a:rPr>
                        <a:t>He never wrote letters to me.</a:t>
                      </a:r>
                      <a:br>
                        <a:rPr lang="en-US" sz="2500" b="1">
                          <a:effectLst/>
                          <a:latin typeface="+mn-lt"/>
                        </a:rPr>
                      </a:br>
                      <a:r>
                        <a:rPr lang="en-US" sz="2500" b="1">
                          <a:effectLst/>
                          <a:latin typeface="+mn-lt"/>
                        </a:rPr>
                        <a:t>He met me hardly.</a:t>
                      </a:r>
                      <a:br>
                        <a:rPr lang="en-US" sz="2500" b="1">
                          <a:effectLst/>
                          <a:latin typeface="+mn-lt"/>
                        </a:rPr>
                      </a:br>
                      <a:r>
                        <a:rPr lang="en-US" sz="2500" b="1">
                          <a:effectLst/>
                          <a:latin typeface="+mn-lt"/>
                        </a:rPr>
                        <a:t>He never gave love of me.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90703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D8D8AF-0233-BDAE-3CB9-09CB43CC8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05FDCD1-75A2-E2D7-87A8-EBD815872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13F7CDDA-F9E6-8A13-0E6E-5704E3529C7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8ED8035-FC2E-810D-1EC4-2D285928C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8CA3DEA-784E-E215-E13F-E45096892B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28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327DDEA9-0A0A-F616-9BB0-0AD3D08D6B99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ED456CEE-E8B0-8B31-7C91-4DAB94FF3E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9943230"/>
              </p:ext>
            </p:extLst>
          </p:nvPr>
        </p:nvGraphicFramePr>
        <p:xfrm>
          <a:off x="4967417" y="1739229"/>
          <a:ext cx="6845642" cy="122639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黃〇儀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gave me presents.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wrote letters to me.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said love to me.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69969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3FBB20-59C6-E243-278E-CABA85D3E8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8D2378-5A7A-2154-62D5-48C83533AB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2E4AB1BC-B0DF-8466-D8D3-4587277CDB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A533E59-1312-17BC-18EC-420606398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A91B7E66-E786-918F-5FA9-761942C21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29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9807B3E9-665B-A50E-AB73-AB818FEF8E2F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3A30E242-50F9-6792-9A5E-1AF3142A5C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30245825"/>
              </p:ext>
            </p:extLst>
          </p:nvPr>
        </p:nvGraphicFramePr>
        <p:xfrm>
          <a:off x="4967417" y="1739229"/>
          <a:ext cx="6845642" cy="2232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楊〇儀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said love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me.He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took me to concerts. He never wrote love letters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me.He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gave me presents face to face. He doesn't remember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me.I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don't remember his face.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91783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9B2B3-096B-8E90-C9B8-A7ECDB45F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3F3486-AEDE-D27C-1CC7-6C7F2B2A5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C0CF2A72-47F4-3E9D-F742-1CE1405E28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AA7A7E3-40DA-02C3-499E-161795CC4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7811839-C14B-7BC8-5222-00D8EBBCF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30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D1F935-43E4-923E-09E5-8045FAFCD29A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46C01688-AF6D-F23D-536F-BAD440F4B6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2458917"/>
              </p:ext>
            </p:extLst>
          </p:nvPr>
        </p:nvGraphicFramePr>
        <p:xfrm>
          <a:off x="4967417" y="1739229"/>
          <a:ext cx="6845642" cy="186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楊〇姍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don't remember what present I gave. We met hardly in face .He never wrote love letters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me.He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said he love me . He never miss me even in concert.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1006429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35964-3D1A-155E-BF6D-CE3BCCE0C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C9124C-7573-4077-66C7-8B305BC1F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0785DC5C-46B6-59E2-1AC4-0438F163742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6F11068-D7E0-BF94-BF36-15BB6D773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B397592F-0855-DB75-DF7A-E7192C779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31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06837C2-00A2-453A-6AE1-15E7DB21F130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A2AC35B2-C5FD-3743-2481-EAAD7AA7C2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7256312"/>
              </p:ext>
            </p:extLst>
          </p:nvPr>
        </p:nvGraphicFramePr>
        <p:xfrm>
          <a:off x="4967417" y="1739229"/>
          <a:ext cx="6845642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蔡〇恬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wrote letters to me even gave me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presents.He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took me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concerts.He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said he never love me.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010342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7CEBB-7290-5FD1-E8FF-809E8C0C3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5D0137F-335E-E6E9-C12D-1B0A97D16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5E4E2FC8-2C9C-81A2-7F7C-E997B0CDFCF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50F1C76-A4A6-66ED-3C21-7322BE7AF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8A885C58-6F9F-C93D-CDCE-F489CBEDC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32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BCDD30-1F03-F7B8-60CA-9EC953FDDE0B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6C44AE15-6B64-49D4-1AC3-A05F89B7C2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891448"/>
              </p:ext>
            </p:extLst>
          </p:nvPr>
        </p:nvGraphicFramePr>
        <p:xfrm>
          <a:off x="4967417" y="1739229"/>
          <a:ext cx="6845642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譚〇棋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wrote love letters to me. 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said love to me. 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took me to concerts. 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gave me presents.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323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C4947E-B240-89AE-B0B4-48FAB917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E200EF2-005E-32A8-7925-4FB83A6D6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8EEBF858-BD2E-1568-8A88-2F549CFD4D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EA7EE70-ECCC-C5E5-ECB9-E81D52366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AE67A1C-B500-0782-C5A2-7B1407AB1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33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BACFB21-6776-C104-3FEE-39D02DF55721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75E137D-9D39-7D58-0E12-34ED414424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27629456"/>
              </p:ext>
            </p:extLst>
          </p:nvPr>
        </p:nvGraphicFramePr>
        <p:xfrm>
          <a:off x="4967417" y="1739229"/>
          <a:ext cx="6845642" cy="186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周〇庭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love me.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gave me presents.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remember me.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remember l gave he presents.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96088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36F52-314B-B862-E728-DE2AC1714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92B147-1387-E2E7-276D-D54900D7E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9153A5CD-4711-7E76-C044-EF6B9A655C8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35E032AC-1D30-A7F0-94AC-D853ED4C4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C280D3D-2C42-C2D7-9A49-DFF02B09A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34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D32F1067-1E7D-1618-60AB-9A654296F177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372064C-85EB-5D2D-040A-32F2651FB8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9717078"/>
              </p:ext>
            </p:extLst>
          </p:nvPr>
        </p:nvGraphicFramePr>
        <p:xfrm>
          <a:off x="4967417" y="1739229"/>
          <a:ext cx="6845642" cy="186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  <a:ea typeface="+mj-ea"/>
                        </a:rPr>
                        <a:t>陳〇錞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  <a:ea typeface="+mj-ea"/>
                        </a:rPr>
                        <a:t>He don't love me.</a:t>
                      </a:r>
                      <a:br>
                        <a:rPr lang="en-US" sz="2400" b="1">
                          <a:effectLst/>
                          <a:latin typeface="+mn-lt"/>
                          <a:ea typeface="+mj-ea"/>
                        </a:rPr>
                      </a:br>
                      <a:r>
                        <a:rPr lang="en-US" sz="2400" b="1">
                          <a:effectLst/>
                          <a:latin typeface="+mn-lt"/>
                          <a:ea typeface="+mj-ea"/>
                        </a:rPr>
                        <a:t>He never remember what I said.</a:t>
                      </a:r>
                      <a:br>
                        <a:rPr lang="en-US" sz="2400" b="1">
                          <a:effectLst/>
                          <a:latin typeface="+mn-lt"/>
                          <a:ea typeface="+mj-ea"/>
                        </a:rPr>
                      </a:br>
                      <a:r>
                        <a:rPr lang="en-US" sz="2400" b="1">
                          <a:effectLst/>
                          <a:latin typeface="+mn-lt"/>
                          <a:ea typeface="+mj-ea"/>
                        </a:rPr>
                        <a:t>He never gave me presents, even never wrote love letters to me.</a:t>
                      </a:r>
                      <a:br>
                        <a:rPr lang="en-US" sz="2400" b="1">
                          <a:effectLst/>
                          <a:latin typeface="+mn-lt"/>
                          <a:ea typeface="+mj-ea"/>
                        </a:rPr>
                      </a:br>
                      <a:r>
                        <a:rPr lang="en-US" sz="2400" b="1">
                          <a:effectLst/>
                          <a:latin typeface="+mn-lt"/>
                          <a:ea typeface="+mj-ea"/>
                        </a:rPr>
                        <a:t>We hardly to met anyway.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42358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EEDC32-E587-CAB7-10FB-6422D6A3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4D5432-D16E-2B90-F4AF-251138D33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DDD4892F-076F-21A9-A774-432A969EE62D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D4F0A18-1A8C-DF8E-175B-E1893D42D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862A8D9-C951-935B-9E19-1059E67C2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35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2268C2BA-A287-387C-DE66-7D21EEF98484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585D3C63-272F-30F4-4878-8CB998D186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850862"/>
              </p:ext>
            </p:extLst>
          </p:nvPr>
        </p:nvGraphicFramePr>
        <p:xfrm>
          <a:off x="4967417" y="1739229"/>
          <a:ext cx="6845642" cy="18669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陳〇彤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took me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concerts.He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said love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me.He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took me to </a:t>
                      </a:r>
                      <a:r>
                        <a:rPr lang="en-US" sz="2400" b="1" err="1">
                          <a:effectLst/>
                          <a:latin typeface="+mn-lt"/>
                        </a:rPr>
                        <a:t>concerts.He</a:t>
                      </a:r>
                      <a:r>
                        <a:rPr lang="en-US" sz="2400" b="1">
                          <a:effectLst/>
                          <a:latin typeface="+mn-lt"/>
                        </a:rPr>
                        <a:t> never wrote love letters to me .He never gave me presents 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6661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E20C6-0279-B9F4-7983-47CB6E90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8C0AC4F-66F4-E43F-7439-5AC84215D2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048DD3A8-AC42-9EA5-1FCF-B32E51C78213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19D90CB-C3D4-3B79-8819-ED2B256B10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1C3B0A56-0D55-E38B-0C99-6BD8C1FFD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36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B575E5D-9D77-FE0A-8400-924D893F1044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C804B8E4-3406-8522-4716-141898AF7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4184747"/>
              </p:ext>
            </p:extLst>
          </p:nvPr>
        </p:nvGraphicFramePr>
        <p:xfrm>
          <a:off x="4967417" y="1739229"/>
          <a:ext cx="6845642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張〇沂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We hardly met face to face.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wrote letters to me.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I don't remember what he said.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said he love me.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8672096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FA78A9-32F1-E4B5-E272-633F36525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55DC802-9A79-C71D-6BB9-8A9BC4874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7DCA5F3F-7F39-920C-B3ED-6E351F2B41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D436DC3-817F-36BB-3600-3851059D79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0390A7-38EF-0053-B106-D57B18575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37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8DA7F7C-D380-B799-AC97-531497B41282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7ADEA253-2DBD-4B1F-C3A4-DB0B1DE773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2118196"/>
              </p:ext>
            </p:extLst>
          </p:nvPr>
        </p:nvGraphicFramePr>
        <p:xfrm>
          <a:off x="4967417" y="1739229"/>
          <a:ext cx="6845642" cy="22326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傅〇雅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gave me presents.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gave me his love.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said love me.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I don't remember his face now.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I don't remember what he said.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took me to the concerts.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838297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F7C24-7413-E901-B13F-6A620728C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C8C393-5C3D-861F-40C1-0CCE5C3CA1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A Complaint About</a:t>
            </a:r>
            <a:r>
              <a:rPr kumimoji="1" lang="zh-TW" altLang="en-US" sz="3600" b="1">
                <a:latin typeface="Meiryo" panose="020B0604030504040204" pitchFamily="34" charset="-128"/>
                <a:ea typeface="Meiryo" panose="020B0604030504040204" pitchFamily="34" charset="-128"/>
              </a:rPr>
              <a:t> Ｍ</a:t>
            </a:r>
            <a:r>
              <a:rPr kumimoji="1" lang="en-US" altLang="zh-TW" sz="3600" b="1">
                <a:latin typeface="Meiryo" panose="020B0604030504040204" pitchFamily="34" charset="-128"/>
                <a:ea typeface="Meiryo" panose="020B0604030504040204" pitchFamily="34" charset="-128"/>
              </a:rPr>
              <a:t>y Boyfriend</a:t>
            </a:r>
            <a:endParaRPr kumimoji="1" lang="zh-TW" altLang="en-US" sz="3600" b="1">
              <a:latin typeface="Meiryo" panose="020B0604030504040204" pitchFamily="34" charset="-128"/>
              <a:ea typeface="Meiryo" panose="020B0604030504040204" pitchFamily="34" charset="-128"/>
            </a:endParaRPr>
          </a:p>
        </p:txBody>
      </p:sp>
      <p:graphicFrame>
        <p:nvGraphicFramePr>
          <p:cNvPr id="7" name="內容版面配置區 6">
            <a:extLst>
              <a:ext uri="{FF2B5EF4-FFF2-40B4-BE49-F238E27FC236}">
                <a16:creationId xmlns:a16="http://schemas.microsoft.com/office/drawing/2014/main" id="{6850B68D-FD10-8636-A183-BD1CA346638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0" y="0"/>
          <a:ext cx="12192000" cy="780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400B9FC-75F4-D28F-BBE5-4BED45575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/>
              <a:t>H201 presentation : </a:t>
            </a:r>
            <a:r>
              <a:rPr lang="zh-TW" altLang="en-US"/>
              <a:t>抱怨男友成果發表</a:t>
            </a:r>
            <a:endParaRPr 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E9ED761-EA78-7430-8862-B1806C879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DF98CC-160E-494C-8C3C-8CDC5FA257DE}" type="slidenum">
              <a:rPr lang="en-US" smtClean="0"/>
              <a:t>38</a:t>
            </a:fld>
            <a:endParaRPr lang="en-US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F5E39EA4-DE50-020E-AED2-6D5DE5063CD3}"/>
              </a:ext>
            </a:extLst>
          </p:cNvPr>
          <p:cNvSpPr txBox="1"/>
          <p:nvPr/>
        </p:nvSpPr>
        <p:spPr>
          <a:xfrm>
            <a:off x="1884556" y="1739230"/>
            <a:ext cx="22008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400" b="1">
                <a:highlight>
                  <a:srgbClr val="FFFF00"/>
                </a:highlight>
                <a:latin typeface="HEITI TC MEDIUM" pitchFamily="2" charset="-128"/>
                <a:ea typeface="HEITI TC MEDIUM" pitchFamily="2" charset="-128"/>
              </a:rPr>
              <a:t>抱怨男友</a:t>
            </a:r>
          </a:p>
        </p:txBody>
      </p:sp>
      <p:graphicFrame>
        <p:nvGraphicFramePr>
          <p:cNvPr id="3" name="表格 2">
            <a:extLst>
              <a:ext uri="{FF2B5EF4-FFF2-40B4-BE49-F238E27FC236}">
                <a16:creationId xmlns:a16="http://schemas.microsoft.com/office/drawing/2014/main" id="{9C5AF5DC-6D55-7DD5-0114-4FDFDC4C68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005506"/>
              </p:ext>
            </p:extLst>
          </p:nvPr>
        </p:nvGraphicFramePr>
        <p:xfrm>
          <a:off x="4967417" y="1739229"/>
          <a:ext cx="6845642" cy="15011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85296">
                  <a:extLst>
                    <a:ext uri="{9D8B030D-6E8A-4147-A177-3AD203B41FA5}">
                      <a16:colId xmlns:a16="http://schemas.microsoft.com/office/drawing/2014/main" val="619286059"/>
                    </a:ext>
                  </a:extLst>
                </a:gridCol>
                <a:gridCol w="5360346">
                  <a:extLst>
                    <a:ext uri="{9D8B030D-6E8A-4147-A177-3AD203B41FA5}">
                      <a16:colId xmlns:a16="http://schemas.microsoft.com/office/drawing/2014/main" val="3476851922"/>
                    </a:ext>
                  </a:extLst>
                </a:gridCol>
              </a:tblGrid>
              <a:tr h="1226393">
                <a:tc>
                  <a:txBody>
                    <a:bodyPr/>
                    <a:lstStyle/>
                    <a:p>
                      <a:pPr rtl="0" fontAlgn="b"/>
                      <a:r>
                        <a:rPr lang="zh-TW" altLang="en-US" sz="2400" b="1">
                          <a:effectLst/>
                          <a:latin typeface="+mn-lt"/>
                        </a:rPr>
                        <a:t>胡〇瑄</a:t>
                      </a: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rtl="0" fontAlgn="b"/>
                      <a:r>
                        <a:rPr lang="en-US" sz="2400" b="1">
                          <a:effectLst/>
                          <a:latin typeface="+mn-lt"/>
                        </a:rPr>
                        <a:t>He never said he love me.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gave me presents.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give me love</a:t>
                      </a:r>
                      <a:br>
                        <a:rPr lang="en-US" sz="2400" b="1">
                          <a:effectLst/>
                          <a:latin typeface="+mn-lt"/>
                        </a:rPr>
                      </a:br>
                      <a:r>
                        <a:rPr lang="en-US" sz="2400" b="1">
                          <a:effectLst/>
                          <a:latin typeface="+mn-lt"/>
                        </a:rPr>
                        <a:t>He never wort letters to me</a:t>
                      </a: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30805697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51428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84DB7353-7D7A-431B-A5B6-A3845E6F2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9E8D15D6-6183-4BE1-A315-C7EC9C1A53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2A253FA-4E60-4B4D-94B0-93ECFCF30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E1B39AD1-11BD-457B-822C-A873607F412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CC286005-78D5-4BE4-AA8B-75CDC07E78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09E4A22D-7E83-4F24-97FE-931A93CAC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4351E96B-8DD4-4D5E-A9F0-C47F5F3378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BFF78610-2475-4756-9EC8-5DA7D8902D5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C7ACAE44-681D-4CBC-B2AB-E5131DF5A8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CA22E4A0-73AA-4722-9C16-F3AF9A33EC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BB36E626-EBEB-41C0-B224-8DB049DB4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D603DEC5-BED4-4DB6-A253-F61CC36742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86AE9DE6-CA9A-479B-A0FB-0E1BAC7A65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6CB8DC8-E75F-4574-A290-AAB7031BE8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1CA657E1-3A52-4C23-AA47-EBB2D5C414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ED4F701B-2A93-464F-A673-54EED5C4C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977C34F-F6C9-4749-B201-7B928802DF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3A913E6B-DBE9-4291-A34C-36069ECB8E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7D415C04-AB5C-4B76-9E49-EEBAEE64D0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151FDC11-E872-4EAE-A597-822F9FE170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24766B-81CA-44C7-BF11-77A12BA4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669293" y="1186483"/>
            <a:ext cx="8848345" cy="4477933"/>
            <a:chOff x="1669293" y="1186483"/>
            <a:chExt cx="8848345" cy="4477933"/>
          </a:xfrm>
        </p:grpSpPr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1A2F9962-DEB8-461C-8B4C-C0ED0D8A7B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74042" y="1186483"/>
              <a:ext cx="8843596" cy="71618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C0672E08-EB09-4B8E-8522-24BBC2CFFD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5892384" y="5313353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3447AB64-F3EC-4A1F-BFD4-F0F9DB3DAD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69293" y="1991156"/>
              <a:ext cx="8845667" cy="3322196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TW" altLang="en-US"/>
            </a:p>
          </p:txBody>
        </p:sp>
      </p:grpSp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6BDBA639-2A71-4A60-A71A-FF1836F546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E208A8B-5EBD-4532-BE72-26414FA7C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29674" y="-59376"/>
            <a:ext cx="12515851" cy="6923798"/>
            <a:chOff x="-329674" y="-51881"/>
            <a:chExt cx="12515851" cy="6923798"/>
          </a:xfrm>
        </p:grpSpPr>
        <p:sp>
          <p:nvSpPr>
            <p:cNvPr id="39" name="Freeform 5">
              <a:extLst>
                <a:ext uri="{FF2B5EF4-FFF2-40B4-BE49-F238E27FC236}">
                  <a16:creationId xmlns:a16="http://schemas.microsoft.com/office/drawing/2014/main" id="{15D09196-B338-4AB5-A71B-CFD5FFCA62B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329674" y="1298404"/>
              <a:ext cx="9702800" cy="5573512"/>
            </a:xfrm>
            <a:custGeom>
              <a:avLst/>
              <a:gdLst/>
              <a:ahLst/>
              <a:cxnLst/>
              <a:rect l="0" t="0" r="r" b="b"/>
              <a:pathLst>
                <a:path w="2038" h="1169">
                  <a:moveTo>
                    <a:pt x="1752" y="1169"/>
                  </a:moveTo>
                  <a:cubicBezTo>
                    <a:pt x="2038" y="928"/>
                    <a:pt x="1673" y="513"/>
                    <a:pt x="1487" y="334"/>
                  </a:cubicBezTo>
                  <a:cubicBezTo>
                    <a:pt x="1316" y="170"/>
                    <a:pt x="1099" y="43"/>
                    <a:pt x="860" y="22"/>
                  </a:cubicBezTo>
                  <a:cubicBezTo>
                    <a:pt x="621" y="0"/>
                    <a:pt x="341" y="128"/>
                    <a:pt x="199" y="318"/>
                  </a:cubicBezTo>
                  <a:cubicBezTo>
                    <a:pt x="0" y="586"/>
                    <a:pt x="184" y="965"/>
                    <a:pt x="399" y="116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0" name="Freeform 6">
              <a:extLst>
                <a:ext uri="{FF2B5EF4-FFF2-40B4-BE49-F238E27FC236}">
                  <a16:creationId xmlns:a16="http://schemas.microsoft.com/office/drawing/2014/main" id="{F50B4463-128A-4677-A285-C017E6C543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70451" y="2018236"/>
              <a:ext cx="7373938" cy="4848892"/>
            </a:xfrm>
            <a:custGeom>
              <a:avLst/>
              <a:gdLst/>
              <a:ahLst/>
              <a:cxnLst/>
              <a:rect l="0" t="0" r="r" b="b"/>
              <a:pathLst>
                <a:path w="1549" h="1017">
                  <a:moveTo>
                    <a:pt x="1025" y="1016"/>
                  </a:moveTo>
                  <a:cubicBezTo>
                    <a:pt x="1223" y="971"/>
                    <a:pt x="1549" y="857"/>
                    <a:pt x="1443" y="592"/>
                  </a:cubicBezTo>
                  <a:cubicBezTo>
                    <a:pt x="1344" y="344"/>
                    <a:pt x="1041" y="111"/>
                    <a:pt x="782" y="53"/>
                  </a:cubicBezTo>
                  <a:cubicBezTo>
                    <a:pt x="545" y="0"/>
                    <a:pt x="275" y="117"/>
                    <a:pt x="150" y="329"/>
                  </a:cubicBezTo>
                  <a:cubicBezTo>
                    <a:pt x="0" y="584"/>
                    <a:pt x="243" y="911"/>
                    <a:pt x="477" y="101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1" name="Freeform 7">
              <a:extLst>
                <a:ext uri="{FF2B5EF4-FFF2-40B4-BE49-F238E27FC236}">
                  <a16:creationId xmlns:a16="http://schemas.microsoft.com/office/drawing/2014/main" id="{1D9B95CD-F023-4DFA-9678-1E02713F74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1351" y="1788400"/>
              <a:ext cx="8035925" cy="5083516"/>
            </a:xfrm>
            <a:custGeom>
              <a:avLst/>
              <a:gdLst/>
              <a:ahLst/>
              <a:cxnLst/>
              <a:rect l="0" t="0" r="r" b="b"/>
              <a:pathLst>
                <a:path w="1688" h="1066">
                  <a:moveTo>
                    <a:pt x="1302" y="1066"/>
                  </a:moveTo>
                  <a:cubicBezTo>
                    <a:pt x="1416" y="1024"/>
                    <a:pt x="1551" y="962"/>
                    <a:pt x="1613" y="850"/>
                  </a:cubicBezTo>
                  <a:cubicBezTo>
                    <a:pt x="1688" y="715"/>
                    <a:pt x="1606" y="575"/>
                    <a:pt x="1517" y="471"/>
                  </a:cubicBezTo>
                  <a:cubicBezTo>
                    <a:pt x="1336" y="258"/>
                    <a:pt x="1084" y="62"/>
                    <a:pt x="798" y="28"/>
                  </a:cubicBezTo>
                  <a:cubicBezTo>
                    <a:pt x="559" y="0"/>
                    <a:pt x="317" y="138"/>
                    <a:pt x="181" y="333"/>
                  </a:cubicBezTo>
                  <a:cubicBezTo>
                    <a:pt x="0" y="592"/>
                    <a:pt x="191" y="907"/>
                    <a:pt x="420" y="10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2" name="Freeform 8">
              <a:extLst>
                <a:ext uri="{FF2B5EF4-FFF2-40B4-BE49-F238E27FC236}">
                  <a16:creationId xmlns:a16="http://schemas.microsoft.com/office/drawing/2014/main" id="{1DDF47A8-BE7B-43F3-A500-F5A4656D83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49842"/>
              <a:ext cx="10334625" cy="6322075"/>
            </a:xfrm>
            <a:custGeom>
              <a:avLst/>
              <a:gdLst/>
              <a:ahLst/>
              <a:cxnLst/>
              <a:rect l="0" t="0" r="r" b="b"/>
              <a:pathLst>
                <a:path w="2171" h="1326">
                  <a:moveTo>
                    <a:pt x="1873" y="1326"/>
                  </a:moveTo>
                  <a:cubicBezTo>
                    <a:pt x="2171" y="1045"/>
                    <a:pt x="1825" y="678"/>
                    <a:pt x="1609" y="473"/>
                  </a:cubicBezTo>
                  <a:cubicBezTo>
                    <a:pt x="1406" y="281"/>
                    <a:pt x="1159" y="116"/>
                    <a:pt x="880" y="63"/>
                  </a:cubicBezTo>
                  <a:cubicBezTo>
                    <a:pt x="545" y="0"/>
                    <a:pt x="214" y="161"/>
                    <a:pt x="0" y="423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3" name="Freeform 9">
              <a:extLst>
                <a:ext uri="{FF2B5EF4-FFF2-40B4-BE49-F238E27FC236}">
                  <a16:creationId xmlns:a16="http://schemas.microsoft.com/office/drawing/2014/main" id="{2DD394DE-76FB-42F8-85F2-FD436F423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6186246"/>
              <a:ext cx="504825" cy="681527"/>
            </a:xfrm>
            <a:custGeom>
              <a:avLst/>
              <a:gdLst/>
              <a:ahLst/>
              <a:cxnLst/>
              <a:rect l="0" t="0" r="r" b="b"/>
              <a:pathLst>
                <a:path w="106" h="143">
                  <a:moveTo>
                    <a:pt x="0" y="0"/>
                  </a:moveTo>
                  <a:cubicBezTo>
                    <a:pt x="35" y="54"/>
                    <a:pt x="70" y="101"/>
                    <a:pt x="106" y="143"/>
                  </a:cubicBezTo>
                </a:path>
              </a:pathLst>
            </a:custGeom>
            <a:noFill/>
            <a:ln w="4763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4" name="Freeform 10">
              <a:extLst>
                <a:ext uri="{FF2B5EF4-FFF2-40B4-BE49-F238E27FC236}">
                  <a16:creationId xmlns:a16="http://schemas.microsoft.com/office/drawing/2014/main" id="{B95F2EFB-87E6-4400-AAF3-7EB8B4F156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-51881"/>
              <a:ext cx="11091863" cy="6923796"/>
            </a:xfrm>
            <a:custGeom>
              <a:avLst/>
              <a:gdLst/>
              <a:ahLst/>
              <a:cxnLst/>
              <a:rect l="0" t="0" r="r" b="b"/>
              <a:pathLst>
                <a:path w="2330" h="1452">
                  <a:moveTo>
                    <a:pt x="2046" y="1452"/>
                  </a:moveTo>
                  <a:cubicBezTo>
                    <a:pt x="2330" y="1153"/>
                    <a:pt x="2049" y="821"/>
                    <a:pt x="1813" y="601"/>
                  </a:cubicBezTo>
                  <a:cubicBezTo>
                    <a:pt x="1569" y="375"/>
                    <a:pt x="1282" y="179"/>
                    <a:pt x="956" y="97"/>
                  </a:cubicBezTo>
                  <a:cubicBezTo>
                    <a:pt x="572" y="0"/>
                    <a:pt x="292" y="101"/>
                    <a:pt x="0" y="36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5" name="Freeform 11">
              <a:extLst>
                <a:ext uri="{FF2B5EF4-FFF2-40B4-BE49-F238E27FC236}">
                  <a16:creationId xmlns:a16="http://schemas.microsoft.com/office/drawing/2014/main" id="{1D463476-2BC7-418C-9D6F-51444B11A7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26601" y="5579"/>
              <a:ext cx="5788025" cy="6847184"/>
            </a:xfrm>
            <a:custGeom>
              <a:avLst/>
              <a:gdLst/>
              <a:ahLst/>
              <a:cxnLst/>
              <a:rect l="0" t="0" r="r" b="b"/>
              <a:pathLst>
                <a:path w="1216" h="1436">
                  <a:moveTo>
                    <a:pt x="1094" y="1436"/>
                  </a:moveTo>
                  <a:cubicBezTo>
                    <a:pt x="1216" y="1114"/>
                    <a:pt x="904" y="770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6" name="Freeform 12">
              <a:extLst>
                <a:ext uri="{FF2B5EF4-FFF2-40B4-BE49-F238E27FC236}">
                  <a16:creationId xmlns:a16="http://schemas.microsoft.com/office/drawing/2014/main" id="{24011122-2495-478A-81BF-ABBDEA1DA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1057275" cy="614491"/>
            </a:xfrm>
            <a:custGeom>
              <a:avLst/>
              <a:gdLst/>
              <a:ahLst/>
              <a:cxnLst/>
              <a:rect l="0" t="0" r="r" b="b"/>
              <a:pathLst>
                <a:path w="222" h="129">
                  <a:moveTo>
                    <a:pt x="222" y="0"/>
                  </a:moveTo>
                  <a:cubicBezTo>
                    <a:pt x="152" y="35"/>
                    <a:pt x="76" y="78"/>
                    <a:pt x="0" y="129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7" name="Freeform 13">
              <a:extLst>
                <a:ext uri="{FF2B5EF4-FFF2-40B4-BE49-F238E27FC236}">
                  <a16:creationId xmlns:a16="http://schemas.microsoft.com/office/drawing/2014/main" id="{C79E87C5-E5B3-476B-B539-FC9CF4A33B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21889" y="5579"/>
              <a:ext cx="5588000" cy="6866337"/>
            </a:xfrm>
            <a:custGeom>
              <a:avLst/>
              <a:gdLst/>
              <a:ahLst/>
              <a:cxnLst/>
              <a:rect l="0" t="0" r="r" b="b"/>
              <a:pathLst>
                <a:path w="1174" h="1440">
                  <a:moveTo>
                    <a:pt x="1067" y="1440"/>
                  </a:moveTo>
                  <a:cubicBezTo>
                    <a:pt x="1174" y="1124"/>
                    <a:pt x="887" y="7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8" name="Freeform 14">
              <a:extLst>
                <a:ext uri="{FF2B5EF4-FFF2-40B4-BE49-F238E27FC236}">
                  <a16:creationId xmlns:a16="http://schemas.microsoft.com/office/drawing/2014/main" id="{956029CA-2B38-434D-9044-5FF3A1ECD1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701" y="790"/>
              <a:ext cx="595313" cy="352734"/>
            </a:xfrm>
            <a:custGeom>
              <a:avLst/>
              <a:gdLst/>
              <a:ahLst/>
              <a:cxnLst/>
              <a:rect l="0" t="0" r="r" b="b"/>
              <a:pathLst>
                <a:path w="125" h="74">
                  <a:moveTo>
                    <a:pt x="125" y="0"/>
                  </a:moveTo>
                  <a:cubicBezTo>
                    <a:pt x="85" y="22"/>
                    <a:pt x="43" y="47"/>
                    <a:pt x="0" y="74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49" name="Freeform 15">
              <a:extLst>
                <a:ext uri="{FF2B5EF4-FFF2-40B4-BE49-F238E27FC236}">
                  <a16:creationId xmlns:a16="http://schemas.microsoft.com/office/drawing/2014/main" id="{9514CFB6-E8DB-43DC-B1CD-9CC2D4B27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012389" y="5579"/>
              <a:ext cx="5497513" cy="6866337"/>
            </a:xfrm>
            <a:custGeom>
              <a:avLst/>
              <a:gdLst/>
              <a:ahLst/>
              <a:cxnLst/>
              <a:rect l="0" t="0" r="r" b="b"/>
              <a:pathLst>
                <a:path w="1155" h="1440">
                  <a:moveTo>
                    <a:pt x="1056" y="1440"/>
                  </a:moveTo>
                  <a:cubicBezTo>
                    <a:pt x="1155" y="1123"/>
                    <a:pt x="875" y="801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BD8C1FC8-E550-45BE-9F30-822BAB3781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061" y="5579"/>
              <a:ext cx="357188" cy="213875"/>
            </a:xfrm>
            <a:custGeom>
              <a:avLst/>
              <a:gdLst/>
              <a:ahLst/>
              <a:cxnLst/>
              <a:rect l="0" t="0" r="r" b="b"/>
              <a:pathLst>
                <a:path w="75" h="45">
                  <a:moveTo>
                    <a:pt x="75" y="0"/>
                  </a:moveTo>
                  <a:cubicBezTo>
                    <a:pt x="50" y="14"/>
                    <a:pt x="25" y="29"/>
                    <a:pt x="0" y="45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D1646B5D-A7B7-41EC-9591-0E0C0F4F94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210826" y="790"/>
              <a:ext cx="5522913" cy="6871126"/>
            </a:xfrm>
            <a:custGeom>
              <a:avLst/>
              <a:gdLst/>
              <a:ahLst/>
              <a:cxnLst/>
              <a:rect l="0" t="0" r="r" b="b"/>
              <a:pathLst>
                <a:path w="1160" h="1441">
                  <a:moveTo>
                    <a:pt x="1053" y="1441"/>
                  </a:moveTo>
                  <a:cubicBezTo>
                    <a:pt x="1160" y="1129"/>
                    <a:pt x="892" y="817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E2118E93-481E-4843-987E-378187AA37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63239" y="5579"/>
              <a:ext cx="5413375" cy="6866337"/>
            </a:xfrm>
            <a:custGeom>
              <a:avLst/>
              <a:gdLst/>
              <a:ahLst/>
              <a:cxnLst/>
              <a:rect l="0" t="0" r="r" b="b"/>
              <a:pathLst>
                <a:path w="1137" h="1440">
                  <a:moveTo>
                    <a:pt x="1040" y="1440"/>
                  </a:moveTo>
                  <a:cubicBezTo>
                    <a:pt x="1137" y="1131"/>
                    <a:pt x="883" y="828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77038464-F4E2-47EC-A87F-18469191E3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877576" y="5579"/>
              <a:ext cx="5037138" cy="6861550"/>
            </a:xfrm>
            <a:custGeom>
              <a:avLst/>
              <a:gdLst/>
              <a:ahLst/>
              <a:cxnLst/>
              <a:rect l="0" t="0" r="r" b="b"/>
              <a:pathLst>
                <a:path w="1058" h="1439">
                  <a:moveTo>
                    <a:pt x="1011" y="1439"/>
                  </a:moveTo>
                  <a:cubicBezTo>
                    <a:pt x="1058" y="1131"/>
                    <a:pt x="825" y="841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FB3BBEB1-E146-408F-95B7-EE2F269DE1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768289" y="5579"/>
              <a:ext cx="3417888" cy="2742066"/>
            </a:xfrm>
            <a:custGeom>
              <a:avLst/>
              <a:gdLst/>
              <a:ahLst/>
              <a:cxnLst/>
              <a:rect l="0" t="0" r="r" b="b"/>
              <a:pathLst>
                <a:path w="718" h="575">
                  <a:moveTo>
                    <a:pt x="718" y="575"/>
                  </a:moveTo>
                  <a:cubicBezTo>
                    <a:pt x="500" y="360"/>
                    <a:pt x="260" y="163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C765B285-56EC-47FC-B116-274EBBD61AD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235014" y="10367"/>
              <a:ext cx="2951163" cy="2555325"/>
            </a:xfrm>
            <a:custGeom>
              <a:avLst/>
              <a:gdLst/>
              <a:ahLst/>
              <a:cxnLst/>
              <a:rect l="0" t="0" r="r" b="b"/>
              <a:pathLst>
                <a:path w="620" h="536">
                  <a:moveTo>
                    <a:pt x="620" y="536"/>
                  </a:moveTo>
                  <a:cubicBezTo>
                    <a:pt x="404" y="314"/>
                    <a:pt x="196" y="13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CB4A6191-6913-42EA-905E-8A174AE2C9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020826" y="5579"/>
              <a:ext cx="2165350" cy="1358265"/>
            </a:xfrm>
            <a:custGeom>
              <a:avLst/>
              <a:gdLst/>
              <a:ahLst/>
              <a:cxnLst/>
              <a:rect l="0" t="0" r="r" b="b"/>
              <a:pathLst>
                <a:path w="455" h="285">
                  <a:moveTo>
                    <a:pt x="0" y="0"/>
                  </a:moveTo>
                  <a:cubicBezTo>
                    <a:pt x="153" y="85"/>
                    <a:pt x="308" y="180"/>
                    <a:pt x="455" y="28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8ADEEF92-F481-475A-845C-5E940F0D559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90826" y="5579"/>
              <a:ext cx="895350" cy="534687"/>
            </a:xfrm>
            <a:custGeom>
              <a:avLst/>
              <a:gdLst/>
              <a:ahLst/>
              <a:cxnLst/>
              <a:rect l="0" t="0" r="r" b="b"/>
              <a:pathLst>
                <a:path w="188" h="112">
                  <a:moveTo>
                    <a:pt x="0" y="0"/>
                  </a:moveTo>
                  <a:cubicBezTo>
                    <a:pt x="63" y="36"/>
                    <a:pt x="126" y="73"/>
                    <a:pt x="188" y="112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TW" altLang="en-US"/>
            </a:p>
          </p:txBody>
        </p:sp>
      </p:grp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D4D9832-8F06-D481-526C-388B9A1EF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469880" y="320040"/>
            <a:ext cx="914400" cy="320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DFDF98CC-160E-494C-8C3C-8CDC5FA257DE}" type="slidenum">
              <a:rPr lang="en-US" kern="1200" dirty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rPr>
              <a:pPr>
                <a:spcAft>
                  <a:spcPts val="600"/>
                </a:spcAft>
              </a:pPr>
              <a:t>39</a:t>
            </a:fld>
            <a:endParaRPr lang="en-US" kern="1200">
              <a:solidFill>
                <a:schemeClr val="tx1">
                  <a:tint val="75000"/>
                </a:schemeClr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D9C506D7-84CB-4057-A44A-465313E785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31529">
            <a:off x="2173916" y="2448612"/>
            <a:ext cx="4418757" cy="4259609"/>
          </a:xfrm>
          <a:custGeom>
            <a:avLst/>
            <a:gdLst>
              <a:gd name="connsiteX0" fmla="*/ 404107 w 4507111"/>
              <a:gd name="connsiteY0" fmla="*/ 0 h 4344781"/>
              <a:gd name="connsiteX1" fmla="*/ 371857 w 4507111"/>
              <a:gd name="connsiteY1" fmla="*/ 117359 h 4344781"/>
              <a:gd name="connsiteX2" fmla="*/ 307833 w 4507111"/>
              <a:gd name="connsiteY2" fmla="*/ 632970 h 4344781"/>
              <a:gd name="connsiteX3" fmla="*/ 3569418 w 4507111"/>
              <a:gd name="connsiteY3" fmla="*/ 4141149 h 4344781"/>
              <a:gd name="connsiteX4" fmla="*/ 4440861 w 4507111"/>
              <a:gd name="connsiteY4" fmla="*/ 4332480 h 4344781"/>
              <a:gd name="connsiteX5" fmla="*/ 4507111 w 4507111"/>
              <a:gd name="connsiteY5" fmla="*/ 4341752 h 4344781"/>
              <a:gd name="connsiteX6" fmla="*/ 4296045 w 4507111"/>
              <a:gd name="connsiteY6" fmla="*/ 4344781 h 4344781"/>
              <a:gd name="connsiteX7" fmla="*/ 3749565 w 4507111"/>
              <a:gd name="connsiteY7" fmla="*/ 4321853 h 4344781"/>
              <a:gd name="connsiteX8" fmla="*/ 36764 w 4507111"/>
              <a:gd name="connsiteY8" fmla="*/ 1629794 h 4344781"/>
              <a:gd name="connsiteX9" fmla="*/ 300069 w 4507111"/>
              <a:gd name="connsiteY9" fmla="*/ 144750 h 43447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507111" h="4344781">
                <a:moveTo>
                  <a:pt x="404107" y="0"/>
                </a:moveTo>
                <a:lnTo>
                  <a:pt x="371857" y="117359"/>
                </a:lnTo>
                <a:cubicBezTo>
                  <a:pt x="333827" y="278567"/>
                  <a:pt x="311875" y="450459"/>
                  <a:pt x="307833" y="632970"/>
                </a:cubicBezTo>
                <a:cubicBezTo>
                  <a:pt x="264711" y="2579752"/>
                  <a:pt x="2253987" y="3769243"/>
                  <a:pt x="3569418" y="4141149"/>
                </a:cubicBezTo>
                <a:cubicBezTo>
                  <a:pt x="3816061" y="4210881"/>
                  <a:pt x="4114807" y="4279754"/>
                  <a:pt x="4440861" y="4332480"/>
                </a:cubicBezTo>
                <a:lnTo>
                  <a:pt x="4507111" y="4341752"/>
                </a:lnTo>
                <a:lnTo>
                  <a:pt x="4296045" y="4344781"/>
                </a:lnTo>
                <a:cubicBezTo>
                  <a:pt x="4097363" y="4343711"/>
                  <a:pt x="3912623" y="4335104"/>
                  <a:pt x="3749565" y="4321853"/>
                </a:cubicBezTo>
                <a:cubicBezTo>
                  <a:pt x="2445102" y="4215850"/>
                  <a:pt x="356405" y="3466499"/>
                  <a:pt x="36764" y="1629794"/>
                </a:cubicBezTo>
                <a:cubicBezTo>
                  <a:pt x="-63123" y="1055823"/>
                  <a:pt x="45741" y="555869"/>
                  <a:pt x="300069" y="14475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61" name="Oval 32">
            <a:extLst>
              <a:ext uri="{FF2B5EF4-FFF2-40B4-BE49-F238E27FC236}">
                <a16:creationId xmlns:a16="http://schemas.microsoft.com/office/drawing/2014/main" id="{7842FC68-61FD-4700-8A22-BB8B07188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354579" y="691977"/>
            <a:ext cx="7761923" cy="5343064"/>
          </a:xfrm>
          <a:custGeom>
            <a:avLst/>
            <a:gdLst>
              <a:gd name="connsiteX0" fmla="*/ 0 w 6428838"/>
              <a:gd name="connsiteY0" fmla="*/ 2579031 h 5158062"/>
              <a:gd name="connsiteX1" fmla="*/ 3214419 w 6428838"/>
              <a:gd name="connsiteY1" fmla="*/ 0 h 5158062"/>
              <a:gd name="connsiteX2" fmla="*/ 6428838 w 6428838"/>
              <a:gd name="connsiteY2" fmla="*/ 2579031 h 5158062"/>
              <a:gd name="connsiteX3" fmla="*/ 3214419 w 6428838"/>
              <a:gd name="connsiteY3" fmla="*/ 5158062 h 5158062"/>
              <a:gd name="connsiteX4" fmla="*/ 0 w 6428838"/>
              <a:gd name="connsiteY4" fmla="*/ 2579031 h 5158062"/>
              <a:gd name="connsiteX0" fmla="*/ 3321 w 6432159"/>
              <a:gd name="connsiteY0" fmla="*/ 2647125 h 5226156"/>
              <a:gd name="connsiteX1" fmla="*/ 2789723 w 6432159"/>
              <a:gd name="connsiteY1" fmla="*/ 0 h 5226156"/>
              <a:gd name="connsiteX2" fmla="*/ 6432159 w 6432159"/>
              <a:gd name="connsiteY2" fmla="*/ 2647125 h 5226156"/>
              <a:gd name="connsiteX3" fmla="*/ 3217740 w 6432159"/>
              <a:gd name="connsiteY3" fmla="*/ 5226156 h 5226156"/>
              <a:gd name="connsiteX4" fmla="*/ 3321 w 6432159"/>
              <a:gd name="connsiteY4" fmla="*/ 2647125 h 5226156"/>
              <a:gd name="connsiteX0" fmla="*/ 1953 w 6566979"/>
              <a:gd name="connsiteY0" fmla="*/ 2695803 h 5226224"/>
              <a:gd name="connsiteX1" fmla="*/ 2924543 w 6566979"/>
              <a:gd name="connsiteY1" fmla="*/ 39 h 5226224"/>
              <a:gd name="connsiteX2" fmla="*/ 6566979 w 6566979"/>
              <a:gd name="connsiteY2" fmla="*/ 2647164 h 5226224"/>
              <a:gd name="connsiteX3" fmla="*/ 3352560 w 6566979"/>
              <a:gd name="connsiteY3" fmla="*/ 5226195 h 5226224"/>
              <a:gd name="connsiteX4" fmla="*/ 1953 w 6566979"/>
              <a:gd name="connsiteY4" fmla="*/ 2695803 h 5226224"/>
              <a:gd name="connsiteX0" fmla="*/ 8982 w 6574008"/>
              <a:gd name="connsiteY0" fmla="*/ 2695803 h 5226313"/>
              <a:gd name="connsiteX1" fmla="*/ 2931572 w 6574008"/>
              <a:gd name="connsiteY1" fmla="*/ 39 h 5226313"/>
              <a:gd name="connsiteX2" fmla="*/ 6574008 w 6574008"/>
              <a:gd name="connsiteY2" fmla="*/ 2647164 h 5226313"/>
              <a:gd name="connsiteX3" fmla="*/ 3359589 w 6574008"/>
              <a:gd name="connsiteY3" fmla="*/ 5226195 h 5226313"/>
              <a:gd name="connsiteX4" fmla="*/ 8982 w 6574008"/>
              <a:gd name="connsiteY4" fmla="*/ 2695803 h 5226313"/>
              <a:gd name="connsiteX0" fmla="*/ 11929 w 6576955"/>
              <a:gd name="connsiteY0" fmla="*/ 2695953 h 5226463"/>
              <a:gd name="connsiteX1" fmla="*/ 2934519 w 6576955"/>
              <a:gd name="connsiteY1" fmla="*/ 189 h 5226463"/>
              <a:gd name="connsiteX2" fmla="*/ 6576955 w 6576955"/>
              <a:gd name="connsiteY2" fmla="*/ 2647314 h 5226463"/>
              <a:gd name="connsiteX3" fmla="*/ 3362536 w 6576955"/>
              <a:gd name="connsiteY3" fmla="*/ 5226345 h 5226463"/>
              <a:gd name="connsiteX4" fmla="*/ 11929 w 6576955"/>
              <a:gd name="connsiteY4" fmla="*/ 2695953 h 5226463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47356"/>
              <a:gd name="connsiteX1" fmla="*/ 2931852 w 6963394"/>
              <a:gd name="connsiteY1" fmla="*/ 10033 h 5247356"/>
              <a:gd name="connsiteX2" fmla="*/ 6963394 w 6963394"/>
              <a:gd name="connsiteY2" fmla="*/ 3318639 h 5247356"/>
              <a:gd name="connsiteX3" fmla="*/ 3359869 w 6963394"/>
              <a:gd name="connsiteY3" fmla="*/ 5236189 h 5247356"/>
              <a:gd name="connsiteX4" fmla="*/ 9262 w 6963394"/>
              <a:gd name="connsiteY4" fmla="*/ 2705797 h 5247356"/>
              <a:gd name="connsiteX0" fmla="*/ 9262 w 6963394"/>
              <a:gd name="connsiteY0" fmla="*/ 2705797 h 5292159"/>
              <a:gd name="connsiteX1" fmla="*/ 2931852 w 6963394"/>
              <a:gd name="connsiteY1" fmla="*/ 10033 h 5292159"/>
              <a:gd name="connsiteX2" fmla="*/ 6963394 w 6963394"/>
              <a:gd name="connsiteY2" fmla="*/ 3318639 h 5292159"/>
              <a:gd name="connsiteX3" fmla="*/ 3359869 w 6963394"/>
              <a:gd name="connsiteY3" fmla="*/ 5236189 h 5292159"/>
              <a:gd name="connsiteX4" fmla="*/ 9262 w 6963394"/>
              <a:gd name="connsiteY4" fmla="*/ 2705797 h 5292159"/>
              <a:gd name="connsiteX0" fmla="*/ 9262 w 6963394"/>
              <a:gd name="connsiteY0" fmla="*/ 2705797 h 5259961"/>
              <a:gd name="connsiteX1" fmla="*/ 2931852 w 6963394"/>
              <a:gd name="connsiteY1" fmla="*/ 10033 h 5259961"/>
              <a:gd name="connsiteX2" fmla="*/ 6963394 w 6963394"/>
              <a:gd name="connsiteY2" fmla="*/ 3318639 h 5259961"/>
              <a:gd name="connsiteX3" fmla="*/ 3359869 w 6963394"/>
              <a:gd name="connsiteY3" fmla="*/ 5236189 h 5259961"/>
              <a:gd name="connsiteX4" fmla="*/ 9262 w 6963394"/>
              <a:gd name="connsiteY4" fmla="*/ 2705797 h 5259961"/>
              <a:gd name="connsiteX0" fmla="*/ 9557 w 7352795"/>
              <a:gd name="connsiteY0" fmla="*/ 2707501 h 5252013"/>
              <a:gd name="connsiteX1" fmla="*/ 2932147 w 7352795"/>
              <a:gd name="connsiteY1" fmla="*/ 11737 h 5252013"/>
              <a:gd name="connsiteX2" fmla="*/ 7352795 w 7352795"/>
              <a:gd name="connsiteY2" fmla="*/ 3378709 h 5252013"/>
              <a:gd name="connsiteX3" fmla="*/ 3360164 w 7352795"/>
              <a:gd name="connsiteY3" fmla="*/ 5237893 h 5252013"/>
              <a:gd name="connsiteX4" fmla="*/ 9557 w 7352795"/>
              <a:gd name="connsiteY4" fmla="*/ 2707501 h 5252013"/>
              <a:gd name="connsiteX0" fmla="*/ 8078 w 7789061"/>
              <a:gd name="connsiteY0" fmla="*/ 2744796 h 5249051"/>
              <a:gd name="connsiteX1" fmla="*/ 3368413 w 7789061"/>
              <a:gd name="connsiteY1" fmla="*/ 10121 h 5249051"/>
              <a:gd name="connsiteX2" fmla="*/ 7789061 w 7789061"/>
              <a:gd name="connsiteY2" fmla="*/ 3377093 h 5249051"/>
              <a:gd name="connsiteX3" fmla="*/ 3796430 w 7789061"/>
              <a:gd name="connsiteY3" fmla="*/ 5236277 h 5249051"/>
              <a:gd name="connsiteX4" fmla="*/ 8078 w 7789061"/>
              <a:gd name="connsiteY4" fmla="*/ 2744796 h 5249051"/>
              <a:gd name="connsiteX0" fmla="*/ 8078 w 7789061"/>
              <a:gd name="connsiteY0" fmla="*/ 2744796 h 5271741"/>
              <a:gd name="connsiteX1" fmla="*/ 3368413 w 7789061"/>
              <a:gd name="connsiteY1" fmla="*/ 10121 h 5271741"/>
              <a:gd name="connsiteX2" fmla="*/ 7789061 w 7789061"/>
              <a:gd name="connsiteY2" fmla="*/ 3377093 h 5271741"/>
              <a:gd name="connsiteX3" fmla="*/ 3796430 w 7789061"/>
              <a:gd name="connsiteY3" fmla="*/ 5236277 h 5271741"/>
              <a:gd name="connsiteX4" fmla="*/ 8078 w 7789061"/>
              <a:gd name="connsiteY4" fmla="*/ 2744796 h 5271741"/>
              <a:gd name="connsiteX0" fmla="*/ 1055 w 7782038"/>
              <a:gd name="connsiteY0" fmla="*/ 2738806 h 5438018"/>
              <a:gd name="connsiteX1" fmla="*/ 3361390 w 7782038"/>
              <a:gd name="connsiteY1" fmla="*/ 4131 h 5438018"/>
              <a:gd name="connsiteX2" fmla="*/ 7782038 w 7782038"/>
              <a:gd name="connsiteY2" fmla="*/ 3371103 h 5438018"/>
              <a:gd name="connsiteX3" fmla="*/ 3692130 w 7782038"/>
              <a:gd name="connsiteY3" fmla="*/ 5415113 h 5438018"/>
              <a:gd name="connsiteX4" fmla="*/ 1055 w 7782038"/>
              <a:gd name="connsiteY4" fmla="*/ 2738806 h 5438018"/>
              <a:gd name="connsiteX0" fmla="*/ 28883 w 7809866"/>
              <a:gd name="connsiteY0" fmla="*/ 2742147 h 5441359"/>
              <a:gd name="connsiteX1" fmla="*/ 3389218 w 7809866"/>
              <a:gd name="connsiteY1" fmla="*/ 7472 h 5441359"/>
              <a:gd name="connsiteX2" fmla="*/ 7809866 w 7809866"/>
              <a:gd name="connsiteY2" fmla="*/ 3374444 h 5441359"/>
              <a:gd name="connsiteX3" fmla="*/ 3719958 w 7809866"/>
              <a:gd name="connsiteY3" fmla="*/ 5418454 h 5441359"/>
              <a:gd name="connsiteX4" fmla="*/ 28883 w 7809866"/>
              <a:gd name="connsiteY4" fmla="*/ 2742147 h 5441359"/>
              <a:gd name="connsiteX0" fmla="*/ 36549 w 7817532"/>
              <a:gd name="connsiteY0" fmla="*/ 2751085 h 5450297"/>
              <a:gd name="connsiteX1" fmla="*/ 3396884 w 7817532"/>
              <a:gd name="connsiteY1" fmla="*/ 16410 h 5450297"/>
              <a:gd name="connsiteX2" fmla="*/ 7817532 w 7817532"/>
              <a:gd name="connsiteY2" fmla="*/ 3383382 h 5450297"/>
              <a:gd name="connsiteX3" fmla="*/ 3727624 w 7817532"/>
              <a:gd name="connsiteY3" fmla="*/ 5427392 h 5450297"/>
              <a:gd name="connsiteX4" fmla="*/ 36549 w 7817532"/>
              <a:gd name="connsiteY4" fmla="*/ 2751085 h 5450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17532" h="5450297">
                <a:moveTo>
                  <a:pt x="36549" y="2751085"/>
                </a:moveTo>
                <a:cubicBezTo>
                  <a:pt x="-281221" y="925127"/>
                  <a:pt x="1526121" y="-147339"/>
                  <a:pt x="3396884" y="16410"/>
                </a:cubicBezTo>
                <a:cubicBezTo>
                  <a:pt x="5267647" y="180159"/>
                  <a:pt x="7817532" y="1453184"/>
                  <a:pt x="7817532" y="3383382"/>
                </a:cubicBezTo>
                <a:cubicBezTo>
                  <a:pt x="7700800" y="5342763"/>
                  <a:pt x="5024455" y="5532775"/>
                  <a:pt x="3727624" y="5427392"/>
                </a:cubicBezTo>
                <a:cubicBezTo>
                  <a:pt x="2430794" y="5322009"/>
                  <a:pt x="354319" y="4577043"/>
                  <a:pt x="36549" y="2751085"/>
                </a:cubicBezTo>
                <a:close/>
              </a:path>
            </a:pathLst>
          </a:custGeom>
          <a:ln w="1524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43BD0272-E015-CD3B-9A8A-556D1FF05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517" y="195361"/>
            <a:ext cx="6959446" cy="1662475"/>
          </a:xfrm>
        </p:spPr>
        <p:txBody>
          <a:bodyPr vert="horz" lIns="228600" tIns="228600" rIns="228600" bIns="0" rtlCol="0" anchor="b">
            <a:normAutofit/>
          </a:bodyPr>
          <a:lstStyle/>
          <a:p>
            <a:pPr>
              <a:lnSpc>
                <a:spcPct val="80000"/>
              </a:lnSpc>
            </a:pPr>
            <a:r>
              <a:rPr kumimoji="1" lang="en-US" altLang="zh-TW" sz="4800" b="1">
                <a:latin typeface="+mn-lt"/>
              </a:rPr>
              <a:t>The Best of Us!</a:t>
            </a:r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AC01CA96-4A40-FA01-6547-0B77C63F1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56932" y="200374"/>
            <a:ext cx="10588752" cy="320040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ctr">
              <a:spcAft>
                <a:spcPts val="600"/>
              </a:spcAft>
            </a:pPr>
            <a:r>
              <a:rPr lang="en-US" altLang="zh-TW" sz="4000" b="1">
                <a:solidFill>
                  <a:srgbClr val="FF0000"/>
                </a:solidFill>
              </a:rPr>
              <a:t>H201 presentation :</a:t>
            </a:r>
            <a:r>
              <a:rPr lang="zh-TW" altLang="en-US" sz="4000" b="1">
                <a:solidFill>
                  <a:srgbClr val="FF0000"/>
                </a:solidFill>
              </a:rPr>
              <a:t>寫作成果發表</a:t>
            </a:r>
            <a:endParaRPr lang="en-US" sz="4000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7299518"/>
      </p:ext>
    </p:extLst>
  </p:cSld>
  <p:clrMapOvr>
    <a:masterClrMapping/>
  </p:clrMapOvr>
</p:sld>
</file>

<file path=ppt/theme/theme1.xml><?xml version="1.0" encoding="utf-8"?>
<a:theme xmlns:a="http://schemas.openxmlformats.org/drawingml/2006/main" name="地圖集">
  <a:themeElements>
    <a:clrScheme name="地圖集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地圖集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地圖集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Application>Microsoft Office PowerPoint</Application>
  <PresentationFormat>Widescreen</PresentationFormat>
  <Slides>39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0" baseType="lpstr">
      <vt:lpstr>地圖集</vt:lpstr>
      <vt:lpstr>寫作活動分享</vt:lpstr>
      <vt:lpstr>課文衍伸出的寫作活動-練習寫出文法正確、結構完整的句子，成為一篇作文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A Complaint About Ｍy Boyfriend</vt:lpstr>
      <vt:lpstr>The Best of Us!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Ming-Fen Lin</dc:creator>
  <cp:revision>1</cp:revision>
  <dcterms:created xsi:type="dcterms:W3CDTF">2025-02-08T03:40:26Z</dcterms:created>
  <dcterms:modified xsi:type="dcterms:W3CDTF">2025-02-09T15:06:40Z</dcterms:modified>
</cp:coreProperties>
</file>